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y="10287000" cx="18288000"/>
  <p:notesSz cx="6858000" cy="9144000"/>
  <p:embeddedFontLst>
    <p:embeddedFont>
      <p:font typeface="Anton"/>
      <p:regular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33" roundtripDataSignature="AMtx7mjxzlatsbnoe3nv9eYcjdftkaea2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34C67C4-F8AF-4D3F-AD9D-EF2DA171FC1E}">
  <a:tblStyle styleId="{A34C67C4-F8AF-4D3F-AD9D-EF2DA171FC1E}"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customschemas.google.com/relationships/presentationmetadata" Target="metadata"/><Relationship Id="rId10" Type="http://schemas.openxmlformats.org/officeDocument/2006/relationships/slide" Target="slides/slide4.xml"/><Relationship Id="rId32" Type="http://schemas.openxmlformats.org/officeDocument/2006/relationships/font" Target="fonts/Anton-regular.fntdata"/><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8"/>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8"/>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2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2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30"/>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30"/>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3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31"/>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31"/>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3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3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32"/>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32"/>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32"/>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32"/>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3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3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3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3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3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3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34"/>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34"/>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34"/>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3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3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3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35"/>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35"/>
          <p:cNvSpPr/>
          <p:nvPr>
            <p:ph idx="2" type="pic"/>
          </p:nvPr>
        </p:nvSpPr>
        <p:spPr>
          <a:xfrm>
            <a:off x="1792288" y="612775"/>
            <a:ext cx="5486400" cy="4114800"/>
          </a:xfrm>
          <a:prstGeom prst="rect">
            <a:avLst/>
          </a:prstGeom>
          <a:noFill/>
          <a:ln>
            <a:noFill/>
          </a:ln>
        </p:spPr>
      </p:sp>
      <p:sp>
        <p:nvSpPr>
          <p:cNvPr id="64" name="Google Shape;64;p35"/>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3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3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3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3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36"/>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3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3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3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37"/>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37"/>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3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3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3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2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8.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8.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8.jpg"/><Relationship Id="rId4" Type="http://schemas.openxmlformats.org/officeDocument/2006/relationships/image" Target="../media/image6.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8.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8.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8.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8.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8.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8.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8.jp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8.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8.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8.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8.jpg"/><Relationship Id="rId4" Type="http://schemas.openxmlformats.org/officeDocument/2006/relationships/image" Target="../media/image2.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8.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8.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8.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8.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8.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8.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8.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8.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8.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3.jp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202" r="-2201" t="0"/>
            </a:stretch>
          </a:blipFill>
          <a:ln>
            <a:noFill/>
          </a:ln>
        </p:spPr>
      </p:sp>
      <p:grpSp>
        <p:nvGrpSpPr>
          <p:cNvPr id="85" name="Google Shape;85;p1"/>
          <p:cNvGrpSpPr/>
          <p:nvPr/>
        </p:nvGrpSpPr>
        <p:grpSpPr>
          <a:xfrm>
            <a:off x="-514350" y="-485395"/>
            <a:ext cx="18802350" cy="12756415"/>
            <a:chOff x="0" y="-28575"/>
            <a:chExt cx="4952059" cy="3359714"/>
          </a:xfrm>
        </p:grpSpPr>
        <p:sp>
          <p:nvSpPr>
            <p:cNvPr id="86" name="Google Shape;86;p1"/>
            <p:cNvSpPr/>
            <p:nvPr/>
          </p:nvSpPr>
          <p:spPr>
            <a:xfrm>
              <a:off x="0" y="0"/>
              <a:ext cx="4952059" cy="3331139"/>
            </a:xfrm>
            <a:custGeom>
              <a:rect b="b" l="l" r="r" t="t"/>
              <a:pathLst>
                <a:path extrusionOk="0" h="3331139" w="4952059">
                  <a:moveTo>
                    <a:pt x="0" y="0"/>
                  </a:moveTo>
                  <a:lnTo>
                    <a:pt x="4952059" y="0"/>
                  </a:lnTo>
                  <a:lnTo>
                    <a:pt x="4952059" y="3331139"/>
                  </a:lnTo>
                  <a:lnTo>
                    <a:pt x="0" y="3331139"/>
                  </a:lnTo>
                  <a:close/>
                </a:path>
              </a:pathLst>
            </a:custGeom>
            <a:gradFill>
              <a:gsLst>
                <a:gs pos="0">
                  <a:srgbClr val="0C2756"/>
                </a:gs>
                <a:gs pos="100000">
                  <a:srgbClr val="679DCA"/>
                </a:gs>
              </a:gsLst>
              <a:lin ang="5400000" scaled="0"/>
            </a:gradFill>
            <a:ln>
              <a:noFill/>
            </a:ln>
          </p:spPr>
        </p:sp>
        <p:sp>
          <p:nvSpPr>
            <p:cNvPr id="87" name="Google Shape;87;p1"/>
            <p:cNvSpPr txBox="1"/>
            <p:nvPr/>
          </p:nvSpPr>
          <p:spPr>
            <a:xfrm>
              <a:off x="0" y="-28575"/>
              <a:ext cx="4952059" cy="3359714"/>
            </a:xfrm>
            <a:prstGeom prst="rect">
              <a:avLst/>
            </a:prstGeom>
            <a:noFill/>
            <a:ln>
              <a:noFill/>
            </a:ln>
          </p:spPr>
          <p:txBody>
            <a:bodyPr anchorCtr="0" anchor="ctr" bIns="50800" lIns="50800" spcFirstLastPara="1" rIns="50800" wrap="square" tIns="50800">
              <a:noAutofit/>
            </a:bodyPr>
            <a:lstStyle/>
            <a:p>
              <a:pPr indent="0" lvl="0" marL="0" marR="0" rtl="0" algn="ctr">
                <a:lnSpc>
                  <a:spcPct val="1181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88" name="Google Shape;88;p1"/>
          <p:cNvSpPr/>
          <p:nvPr/>
        </p:nvSpPr>
        <p:spPr>
          <a:xfrm>
            <a:off x="4551727" y="3048408"/>
            <a:ext cx="9184546" cy="4190185"/>
          </a:xfrm>
          <a:custGeom>
            <a:rect b="b" l="l" r="r" t="t"/>
            <a:pathLst>
              <a:path extrusionOk="0" h="4190185" w="9184546">
                <a:moveTo>
                  <a:pt x="0" y="0"/>
                </a:moveTo>
                <a:lnTo>
                  <a:pt x="9184546" y="0"/>
                </a:lnTo>
                <a:lnTo>
                  <a:pt x="9184546" y="4190184"/>
                </a:lnTo>
                <a:lnTo>
                  <a:pt x="0" y="4190184"/>
                </a:lnTo>
                <a:lnTo>
                  <a:pt x="0" y="0"/>
                </a:lnTo>
                <a:close/>
              </a:path>
            </a:pathLst>
          </a:custGeom>
          <a:blipFill rotWithShape="1">
            <a:blip r:embed="rId4">
              <a:alphaModFix/>
            </a:blip>
            <a:stretch>
              <a:fillRect b="0" l="0" r="0" t="0"/>
            </a:stretch>
          </a:blipFill>
          <a:ln>
            <a:noFill/>
          </a:ln>
        </p:spPr>
      </p:sp>
      <p:grpSp>
        <p:nvGrpSpPr>
          <p:cNvPr id="89" name="Google Shape;89;p1"/>
          <p:cNvGrpSpPr/>
          <p:nvPr/>
        </p:nvGrpSpPr>
        <p:grpSpPr>
          <a:xfrm>
            <a:off x="4843117" y="3857070"/>
            <a:ext cx="8601766" cy="2537141"/>
            <a:chOff x="0" y="-47625"/>
            <a:chExt cx="11469021" cy="3382855"/>
          </a:xfrm>
        </p:grpSpPr>
        <p:sp>
          <p:nvSpPr>
            <p:cNvPr id="90" name="Google Shape;90;p1"/>
            <p:cNvSpPr txBox="1"/>
            <p:nvPr/>
          </p:nvSpPr>
          <p:spPr>
            <a:xfrm>
              <a:off x="0" y="1405169"/>
              <a:ext cx="11469021" cy="1930061"/>
            </a:xfrm>
            <a:prstGeom prst="rect">
              <a:avLst/>
            </a:prstGeom>
            <a:noFill/>
            <a:ln>
              <a:noFill/>
            </a:ln>
          </p:spPr>
          <p:txBody>
            <a:bodyPr anchorCtr="0" anchor="t" bIns="0" lIns="0" spcFirstLastPara="1" rIns="0" wrap="square" tIns="0">
              <a:spAutoFit/>
            </a:bodyPr>
            <a:lstStyle/>
            <a:p>
              <a:pPr indent="0" lvl="0" marL="0" marR="0" rtl="0" algn="ctr">
                <a:lnSpc>
                  <a:spcPct val="104000"/>
                </a:lnSpc>
                <a:spcBef>
                  <a:spcPts val="0"/>
                </a:spcBef>
                <a:spcAft>
                  <a:spcPts val="0"/>
                </a:spcAft>
                <a:buNone/>
              </a:pPr>
              <a:r>
                <a:rPr b="0" i="0" lang="en-US" sz="10299" u="none" cap="none" strike="noStrike">
                  <a:solidFill>
                    <a:srgbClr val="FFFFFF"/>
                  </a:solidFill>
                  <a:latin typeface="Anton"/>
                  <a:ea typeface="Anton"/>
                  <a:cs typeface="Anton"/>
                  <a:sym typeface="Anton"/>
                </a:rPr>
                <a:t>LISTENING SKILLS</a:t>
              </a:r>
              <a:endParaRPr/>
            </a:p>
          </p:txBody>
        </p:sp>
        <p:sp>
          <p:nvSpPr>
            <p:cNvPr id="91" name="Google Shape;91;p1"/>
            <p:cNvSpPr txBox="1"/>
            <p:nvPr/>
          </p:nvSpPr>
          <p:spPr>
            <a:xfrm>
              <a:off x="2852181" y="-47625"/>
              <a:ext cx="5856877" cy="1015873"/>
            </a:xfrm>
            <a:prstGeom prst="rect">
              <a:avLst/>
            </a:prstGeom>
            <a:noFill/>
            <a:ln>
              <a:noFill/>
            </a:ln>
          </p:spPr>
          <p:txBody>
            <a:bodyPr anchorCtr="0" anchor="t" bIns="0" lIns="0" spcFirstLastPara="1" rIns="0" wrap="square" tIns="0">
              <a:spAutoFit/>
            </a:bodyPr>
            <a:lstStyle/>
            <a:p>
              <a:pPr indent="0" lvl="0" marL="0" marR="0" rtl="0" algn="ctr">
                <a:lnSpc>
                  <a:spcPct val="104000"/>
                </a:lnSpc>
                <a:spcBef>
                  <a:spcPts val="0"/>
                </a:spcBef>
                <a:spcAft>
                  <a:spcPts val="0"/>
                </a:spcAft>
                <a:buNone/>
              </a:pPr>
              <a:r>
                <a:rPr b="1" i="0" lang="en-US" sz="4800" u="none" cap="none" strike="noStrike">
                  <a:solidFill>
                    <a:srgbClr val="FFFFFF"/>
                  </a:solidFill>
                  <a:latin typeface="Arial"/>
                  <a:ea typeface="Arial"/>
                  <a:cs typeface="Arial"/>
                  <a:sym typeface="Arial"/>
                </a:rPr>
                <a:t>MEETING 2</a:t>
              </a: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2"/>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202" r="-2201" t="0"/>
            </a:stretch>
          </a:blipFill>
          <a:ln>
            <a:noFill/>
          </a:ln>
        </p:spPr>
      </p:sp>
      <p:grpSp>
        <p:nvGrpSpPr>
          <p:cNvPr id="97" name="Google Shape;97;p2"/>
          <p:cNvGrpSpPr/>
          <p:nvPr/>
        </p:nvGrpSpPr>
        <p:grpSpPr>
          <a:xfrm>
            <a:off x="-514350" y="-1330075"/>
            <a:ext cx="20831283" cy="2203997"/>
            <a:chOff x="0" y="-28575"/>
            <a:chExt cx="5486429" cy="580477"/>
          </a:xfrm>
        </p:grpSpPr>
        <p:sp>
          <p:nvSpPr>
            <p:cNvPr id="98" name="Google Shape;98;p2"/>
            <p:cNvSpPr/>
            <p:nvPr/>
          </p:nvSpPr>
          <p:spPr>
            <a:xfrm>
              <a:off x="0" y="0"/>
              <a:ext cx="5486429" cy="551902"/>
            </a:xfrm>
            <a:custGeom>
              <a:rect b="b" l="l" r="r" t="t"/>
              <a:pathLst>
                <a:path extrusionOk="0" h="551902" w="5486429">
                  <a:moveTo>
                    <a:pt x="0" y="0"/>
                  </a:moveTo>
                  <a:lnTo>
                    <a:pt x="5486429" y="0"/>
                  </a:lnTo>
                  <a:lnTo>
                    <a:pt x="5486429" y="551902"/>
                  </a:lnTo>
                  <a:lnTo>
                    <a:pt x="0" y="551902"/>
                  </a:lnTo>
                  <a:close/>
                </a:path>
              </a:pathLst>
            </a:custGeom>
            <a:gradFill>
              <a:gsLst>
                <a:gs pos="0">
                  <a:srgbClr val="0C2756"/>
                </a:gs>
                <a:gs pos="100000">
                  <a:srgbClr val="1E527D"/>
                </a:gs>
              </a:gsLst>
              <a:lin ang="0" scaled="0"/>
            </a:gradFill>
            <a:ln>
              <a:noFill/>
            </a:ln>
          </p:spPr>
        </p:sp>
        <p:sp>
          <p:nvSpPr>
            <p:cNvPr id="99" name="Google Shape;99;p2"/>
            <p:cNvSpPr txBox="1"/>
            <p:nvPr/>
          </p:nvSpPr>
          <p:spPr>
            <a:xfrm>
              <a:off x="0" y="-28575"/>
              <a:ext cx="5486429" cy="580477"/>
            </a:xfrm>
            <a:prstGeom prst="rect">
              <a:avLst/>
            </a:prstGeom>
            <a:noFill/>
            <a:ln>
              <a:noFill/>
            </a:ln>
          </p:spPr>
          <p:txBody>
            <a:bodyPr anchorCtr="0" anchor="ctr" bIns="50800" lIns="50800" spcFirstLastPara="1" rIns="50800" wrap="square" tIns="50800">
              <a:noAutofit/>
            </a:bodyPr>
            <a:lstStyle/>
            <a:p>
              <a:pPr indent="0" lvl="0" marL="0" marR="0" rtl="0" algn="ctr">
                <a:lnSpc>
                  <a:spcPct val="1181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00" name="Google Shape;100;p2"/>
          <p:cNvGrpSpPr/>
          <p:nvPr/>
        </p:nvGrpSpPr>
        <p:grpSpPr>
          <a:xfrm>
            <a:off x="6831200" y="2013824"/>
            <a:ext cx="10712313" cy="1427432"/>
            <a:chOff x="0" y="-28575"/>
            <a:chExt cx="1996666" cy="271566"/>
          </a:xfrm>
        </p:grpSpPr>
        <p:sp>
          <p:nvSpPr>
            <p:cNvPr id="101" name="Google Shape;101;p2"/>
            <p:cNvSpPr/>
            <p:nvPr/>
          </p:nvSpPr>
          <p:spPr>
            <a:xfrm>
              <a:off x="0" y="0"/>
              <a:ext cx="1996666" cy="242991"/>
            </a:xfrm>
            <a:custGeom>
              <a:rect b="b" l="l" r="r" t="t"/>
              <a:pathLst>
                <a:path extrusionOk="0" h="242991" w="1996666">
                  <a:moveTo>
                    <a:pt x="73767" y="0"/>
                  </a:moveTo>
                  <a:lnTo>
                    <a:pt x="1922900" y="0"/>
                  </a:lnTo>
                  <a:cubicBezTo>
                    <a:pt x="1963640" y="0"/>
                    <a:pt x="1996666" y="33026"/>
                    <a:pt x="1996666" y="73767"/>
                  </a:cubicBezTo>
                  <a:lnTo>
                    <a:pt x="1996666" y="169224"/>
                  </a:lnTo>
                  <a:cubicBezTo>
                    <a:pt x="1996666" y="188788"/>
                    <a:pt x="1988894" y="207551"/>
                    <a:pt x="1975060" y="221385"/>
                  </a:cubicBezTo>
                  <a:cubicBezTo>
                    <a:pt x="1961227" y="235219"/>
                    <a:pt x="1942464" y="242991"/>
                    <a:pt x="1922900" y="242991"/>
                  </a:cubicBezTo>
                  <a:lnTo>
                    <a:pt x="73767" y="242991"/>
                  </a:lnTo>
                  <a:cubicBezTo>
                    <a:pt x="54203" y="242991"/>
                    <a:pt x="35440" y="235219"/>
                    <a:pt x="21606" y="221385"/>
                  </a:cubicBezTo>
                  <a:cubicBezTo>
                    <a:pt x="7772" y="207551"/>
                    <a:pt x="0" y="188788"/>
                    <a:pt x="0" y="169224"/>
                  </a:cubicBezTo>
                  <a:lnTo>
                    <a:pt x="0" y="73767"/>
                  </a:lnTo>
                  <a:cubicBezTo>
                    <a:pt x="0" y="54203"/>
                    <a:pt x="7772" y="35440"/>
                    <a:pt x="21606" y="21606"/>
                  </a:cubicBezTo>
                  <a:cubicBezTo>
                    <a:pt x="35440" y="7772"/>
                    <a:pt x="54203" y="0"/>
                    <a:pt x="73767" y="0"/>
                  </a:cubicBezTo>
                  <a:close/>
                </a:path>
              </a:pathLst>
            </a:custGeom>
            <a:gradFill>
              <a:gsLst>
                <a:gs pos="0">
                  <a:srgbClr val="0C2756"/>
                </a:gs>
                <a:gs pos="100000">
                  <a:srgbClr val="1E527D"/>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2"/>
            <p:cNvSpPr txBox="1"/>
            <p:nvPr/>
          </p:nvSpPr>
          <p:spPr>
            <a:xfrm>
              <a:off x="0" y="-28575"/>
              <a:ext cx="1996666" cy="271566"/>
            </a:xfrm>
            <a:prstGeom prst="rect">
              <a:avLst/>
            </a:prstGeom>
            <a:noFill/>
            <a:ln>
              <a:noFill/>
            </a:ln>
          </p:spPr>
          <p:txBody>
            <a:bodyPr anchorCtr="0" anchor="ctr" bIns="65550" lIns="65550" spcFirstLastPara="1" rIns="65550" wrap="square" tIns="65550">
              <a:noAutofit/>
            </a:bodyPr>
            <a:lstStyle/>
            <a:p>
              <a:pPr indent="0" lvl="0" marL="0" marR="0" rtl="0" algn="ctr">
                <a:lnSpc>
                  <a:spcPct val="1181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03" name="Google Shape;103;p2"/>
          <p:cNvSpPr txBox="1"/>
          <p:nvPr/>
        </p:nvSpPr>
        <p:spPr>
          <a:xfrm>
            <a:off x="7291125" y="2528942"/>
            <a:ext cx="10136100" cy="431100"/>
          </a:xfrm>
          <a:prstGeom prst="rect">
            <a:avLst/>
          </a:prstGeom>
          <a:noFill/>
          <a:ln>
            <a:noFill/>
          </a:ln>
        </p:spPr>
        <p:txBody>
          <a:bodyPr anchorCtr="0" anchor="t" bIns="0" lIns="0" spcFirstLastPara="1" rIns="0" wrap="square" tIns="0">
            <a:spAutoFit/>
          </a:bodyPr>
          <a:lstStyle/>
          <a:p>
            <a:pPr indent="0" lvl="0" marL="0" marR="0" rtl="0" algn="l">
              <a:lnSpc>
                <a:spcPct val="133987"/>
              </a:lnSpc>
              <a:spcBef>
                <a:spcPts val="0"/>
              </a:spcBef>
              <a:spcAft>
                <a:spcPts val="0"/>
              </a:spcAft>
              <a:buNone/>
            </a:pPr>
            <a:r>
              <a:rPr b="0" i="0" lang="en-US" sz="2800" u="none" cap="none" strike="noStrike">
                <a:solidFill>
                  <a:srgbClr val="FFFFFF"/>
                </a:solidFill>
                <a:latin typeface="Arial"/>
                <a:ea typeface="Arial"/>
                <a:cs typeface="Arial"/>
                <a:sym typeface="Arial"/>
              </a:rPr>
              <a:t>SKILL 7: LISTEN FOR NEGATIVE EXPRESSIONS </a:t>
            </a:r>
            <a:endParaRPr sz="2800"/>
          </a:p>
        </p:txBody>
      </p:sp>
      <p:grpSp>
        <p:nvGrpSpPr>
          <p:cNvPr id="104" name="Google Shape;104;p2"/>
          <p:cNvGrpSpPr/>
          <p:nvPr/>
        </p:nvGrpSpPr>
        <p:grpSpPr>
          <a:xfrm>
            <a:off x="5852172" y="2013816"/>
            <a:ext cx="1349560" cy="1427432"/>
            <a:chOff x="0" y="-28575"/>
            <a:chExt cx="256751" cy="271566"/>
          </a:xfrm>
        </p:grpSpPr>
        <p:sp>
          <p:nvSpPr>
            <p:cNvPr id="105" name="Google Shape;105;p2"/>
            <p:cNvSpPr/>
            <p:nvPr/>
          </p:nvSpPr>
          <p:spPr>
            <a:xfrm>
              <a:off x="0" y="0"/>
              <a:ext cx="256751" cy="242991"/>
            </a:xfrm>
            <a:custGeom>
              <a:rect b="b" l="l" r="r" t="t"/>
              <a:pathLst>
                <a:path extrusionOk="0" h="242991" w="256751">
                  <a:moveTo>
                    <a:pt x="121495" y="0"/>
                  </a:moveTo>
                  <a:lnTo>
                    <a:pt x="135255" y="0"/>
                  </a:lnTo>
                  <a:cubicBezTo>
                    <a:pt x="167478" y="0"/>
                    <a:pt x="198381" y="12800"/>
                    <a:pt x="221166" y="35585"/>
                  </a:cubicBezTo>
                  <a:cubicBezTo>
                    <a:pt x="243950" y="58370"/>
                    <a:pt x="256751" y="89273"/>
                    <a:pt x="256751" y="121495"/>
                  </a:cubicBezTo>
                  <a:lnTo>
                    <a:pt x="256751" y="121495"/>
                  </a:lnTo>
                  <a:cubicBezTo>
                    <a:pt x="256751" y="153718"/>
                    <a:pt x="243950" y="184621"/>
                    <a:pt x="221166" y="207406"/>
                  </a:cubicBezTo>
                  <a:cubicBezTo>
                    <a:pt x="198381" y="230190"/>
                    <a:pt x="167478" y="242991"/>
                    <a:pt x="135255" y="242991"/>
                  </a:cubicBezTo>
                  <a:lnTo>
                    <a:pt x="121495" y="242991"/>
                  </a:lnTo>
                  <a:cubicBezTo>
                    <a:pt x="89273" y="242991"/>
                    <a:pt x="58370" y="230190"/>
                    <a:pt x="35585" y="207406"/>
                  </a:cubicBezTo>
                  <a:cubicBezTo>
                    <a:pt x="12800" y="184621"/>
                    <a:pt x="0" y="153718"/>
                    <a:pt x="0" y="121495"/>
                  </a:cubicBezTo>
                  <a:lnTo>
                    <a:pt x="0" y="121495"/>
                  </a:lnTo>
                  <a:cubicBezTo>
                    <a:pt x="0" y="89273"/>
                    <a:pt x="12800" y="58370"/>
                    <a:pt x="35585" y="35585"/>
                  </a:cubicBezTo>
                  <a:cubicBezTo>
                    <a:pt x="58370" y="12800"/>
                    <a:pt x="89273" y="0"/>
                    <a:pt x="121495" y="0"/>
                  </a:cubicBezTo>
                  <a:close/>
                </a:path>
              </a:pathLst>
            </a:custGeom>
            <a:gradFill>
              <a:gsLst>
                <a:gs pos="0">
                  <a:srgbClr val="00B3FF"/>
                </a:gs>
                <a:gs pos="100000">
                  <a:srgbClr val="3A459B"/>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2"/>
            <p:cNvSpPr txBox="1"/>
            <p:nvPr/>
          </p:nvSpPr>
          <p:spPr>
            <a:xfrm>
              <a:off x="0" y="-28575"/>
              <a:ext cx="256751" cy="271566"/>
            </a:xfrm>
            <a:prstGeom prst="rect">
              <a:avLst/>
            </a:prstGeom>
            <a:noFill/>
            <a:ln>
              <a:noFill/>
            </a:ln>
          </p:spPr>
          <p:txBody>
            <a:bodyPr anchorCtr="0" anchor="ctr" bIns="65550" lIns="65550" spcFirstLastPara="1" rIns="65550" wrap="square" tIns="65550">
              <a:noAutofit/>
            </a:bodyPr>
            <a:lstStyle/>
            <a:p>
              <a:pPr indent="0" lvl="0" marL="0" marR="0" rtl="0" algn="ctr">
                <a:lnSpc>
                  <a:spcPct val="1181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07" name="Google Shape;107;p2"/>
          <p:cNvGrpSpPr/>
          <p:nvPr/>
        </p:nvGrpSpPr>
        <p:grpSpPr>
          <a:xfrm>
            <a:off x="6831150" y="3898399"/>
            <a:ext cx="10712313" cy="1427432"/>
            <a:chOff x="0" y="-28575"/>
            <a:chExt cx="1996666" cy="271566"/>
          </a:xfrm>
        </p:grpSpPr>
        <p:sp>
          <p:nvSpPr>
            <p:cNvPr id="108" name="Google Shape;108;p2"/>
            <p:cNvSpPr/>
            <p:nvPr/>
          </p:nvSpPr>
          <p:spPr>
            <a:xfrm>
              <a:off x="0" y="0"/>
              <a:ext cx="1996666" cy="242991"/>
            </a:xfrm>
            <a:custGeom>
              <a:rect b="b" l="l" r="r" t="t"/>
              <a:pathLst>
                <a:path extrusionOk="0" h="242991" w="1996666">
                  <a:moveTo>
                    <a:pt x="73767" y="0"/>
                  </a:moveTo>
                  <a:lnTo>
                    <a:pt x="1922900" y="0"/>
                  </a:lnTo>
                  <a:cubicBezTo>
                    <a:pt x="1963640" y="0"/>
                    <a:pt x="1996666" y="33026"/>
                    <a:pt x="1996666" y="73767"/>
                  </a:cubicBezTo>
                  <a:lnTo>
                    <a:pt x="1996666" y="169224"/>
                  </a:lnTo>
                  <a:cubicBezTo>
                    <a:pt x="1996666" y="188788"/>
                    <a:pt x="1988894" y="207551"/>
                    <a:pt x="1975060" y="221385"/>
                  </a:cubicBezTo>
                  <a:cubicBezTo>
                    <a:pt x="1961227" y="235219"/>
                    <a:pt x="1942464" y="242991"/>
                    <a:pt x="1922900" y="242991"/>
                  </a:cubicBezTo>
                  <a:lnTo>
                    <a:pt x="73767" y="242991"/>
                  </a:lnTo>
                  <a:cubicBezTo>
                    <a:pt x="54203" y="242991"/>
                    <a:pt x="35440" y="235219"/>
                    <a:pt x="21606" y="221385"/>
                  </a:cubicBezTo>
                  <a:cubicBezTo>
                    <a:pt x="7772" y="207551"/>
                    <a:pt x="0" y="188788"/>
                    <a:pt x="0" y="169224"/>
                  </a:cubicBezTo>
                  <a:lnTo>
                    <a:pt x="0" y="73767"/>
                  </a:lnTo>
                  <a:cubicBezTo>
                    <a:pt x="0" y="54203"/>
                    <a:pt x="7772" y="35440"/>
                    <a:pt x="21606" y="21606"/>
                  </a:cubicBezTo>
                  <a:cubicBezTo>
                    <a:pt x="35440" y="7772"/>
                    <a:pt x="54203" y="0"/>
                    <a:pt x="73767" y="0"/>
                  </a:cubicBezTo>
                  <a:close/>
                </a:path>
              </a:pathLst>
            </a:custGeom>
            <a:gradFill>
              <a:gsLst>
                <a:gs pos="0">
                  <a:srgbClr val="0C2756"/>
                </a:gs>
                <a:gs pos="100000">
                  <a:srgbClr val="1E527D"/>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2"/>
            <p:cNvSpPr txBox="1"/>
            <p:nvPr/>
          </p:nvSpPr>
          <p:spPr>
            <a:xfrm>
              <a:off x="0" y="-28575"/>
              <a:ext cx="1996666" cy="271566"/>
            </a:xfrm>
            <a:prstGeom prst="rect">
              <a:avLst/>
            </a:prstGeom>
            <a:noFill/>
            <a:ln>
              <a:noFill/>
            </a:ln>
          </p:spPr>
          <p:txBody>
            <a:bodyPr anchorCtr="0" anchor="ctr" bIns="65550" lIns="65550" spcFirstLastPara="1" rIns="65550" wrap="square" tIns="65550">
              <a:noAutofit/>
            </a:bodyPr>
            <a:lstStyle/>
            <a:p>
              <a:pPr indent="0" lvl="0" marL="0" marR="0" rtl="0" algn="ctr">
                <a:lnSpc>
                  <a:spcPct val="1181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10" name="Google Shape;110;p2"/>
          <p:cNvSpPr txBox="1"/>
          <p:nvPr/>
        </p:nvSpPr>
        <p:spPr>
          <a:xfrm>
            <a:off x="7272944" y="4443125"/>
            <a:ext cx="10229100" cy="431100"/>
          </a:xfrm>
          <a:prstGeom prst="rect">
            <a:avLst/>
          </a:prstGeom>
          <a:noFill/>
          <a:ln>
            <a:noFill/>
          </a:ln>
        </p:spPr>
        <p:txBody>
          <a:bodyPr anchorCtr="0" anchor="t" bIns="0" lIns="0" spcFirstLastPara="1" rIns="0" wrap="square" tIns="0">
            <a:spAutoFit/>
          </a:bodyPr>
          <a:lstStyle/>
          <a:p>
            <a:pPr indent="0" lvl="0" marL="0" marR="0" rtl="0" algn="l">
              <a:lnSpc>
                <a:spcPct val="115997"/>
              </a:lnSpc>
              <a:spcBef>
                <a:spcPts val="0"/>
              </a:spcBef>
              <a:spcAft>
                <a:spcPts val="0"/>
              </a:spcAft>
              <a:buNone/>
            </a:pPr>
            <a:r>
              <a:rPr b="0" i="0" lang="en-US" sz="2800" u="none" cap="none" strike="noStrike">
                <a:solidFill>
                  <a:srgbClr val="FFFFFF"/>
                </a:solidFill>
                <a:latin typeface="Arial"/>
                <a:ea typeface="Arial"/>
                <a:cs typeface="Arial"/>
                <a:sym typeface="Arial"/>
              </a:rPr>
              <a:t>SKILL 8: LISTEN FOR DOUBLE NEGATIVE EXPRESSIONS </a:t>
            </a:r>
            <a:endParaRPr sz="2800"/>
          </a:p>
        </p:txBody>
      </p:sp>
      <p:grpSp>
        <p:nvGrpSpPr>
          <p:cNvPr id="111" name="Google Shape;111;p2"/>
          <p:cNvGrpSpPr/>
          <p:nvPr/>
        </p:nvGrpSpPr>
        <p:grpSpPr>
          <a:xfrm>
            <a:off x="5844944" y="3898397"/>
            <a:ext cx="1349560" cy="1427432"/>
            <a:chOff x="0" y="-28575"/>
            <a:chExt cx="256751" cy="271566"/>
          </a:xfrm>
        </p:grpSpPr>
        <p:sp>
          <p:nvSpPr>
            <p:cNvPr id="112" name="Google Shape;112;p2"/>
            <p:cNvSpPr/>
            <p:nvPr/>
          </p:nvSpPr>
          <p:spPr>
            <a:xfrm>
              <a:off x="0" y="0"/>
              <a:ext cx="256751" cy="242991"/>
            </a:xfrm>
            <a:custGeom>
              <a:rect b="b" l="l" r="r" t="t"/>
              <a:pathLst>
                <a:path extrusionOk="0" h="242991" w="256751">
                  <a:moveTo>
                    <a:pt x="121495" y="0"/>
                  </a:moveTo>
                  <a:lnTo>
                    <a:pt x="135255" y="0"/>
                  </a:lnTo>
                  <a:cubicBezTo>
                    <a:pt x="167478" y="0"/>
                    <a:pt x="198381" y="12800"/>
                    <a:pt x="221166" y="35585"/>
                  </a:cubicBezTo>
                  <a:cubicBezTo>
                    <a:pt x="243950" y="58370"/>
                    <a:pt x="256751" y="89273"/>
                    <a:pt x="256751" y="121495"/>
                  </a:cubicBezTo>
                  <a:lnTo>
                    <a:pt x="256751" y="121495"/>
                  </a:lnTo>
                  <a:cubicBezTo>
                    <a:pt x="256751" y="153718"/>
                    <a:pt x="243950" y="184621"/>
                    <a:pt x="221166" y="207406"/>
                  </a:cubicBezTo>
                  <a:cubicBezTo>
                    <a:pt x="198381" y="230190"/>
                    <a:pt x="167478" y="242991"/>
                    <a:pt x="135255" y="242991"/>
                  </a:cubicBezTo>
                  <a:lnTo>
                    <a:pt x="121495" y="242991"/>
                  </a:lnTo>
                  <a:cubicBezTo>
                    <a:pt x="89273" y="242991"/>
                    <a:pt x="58370" y="230190"/>
                    <a:pt x="35585" y="207406"/>
                  </a:cubicBezTo>
                  <a:cubicBezTo>
                    <a:pt x="12800" y="184621"/>
                    <a:pt x="0" y="153718"/>
                    <a:pt x="0" y="121495"/>
                  </a:cubicBezTo>
                  <a:lnTo>
                    <a:pt x="0" y="121495"/>
                  </a:lnTo>
                  <a:cubicBezTo>
                    <a:pt x="0" y="89273"/>
                    <a:pt x="12800" y="58370"/>
                    <a:pt x="35585" y="35585"/>
                  </a:cubicBezTo>
                  <a:cubicBezTo>
                    <a:pt x="58370" y="12800"/>
                    <a:pt x="89273" y="0"/>
                    <a:pt x="121495" y="0"/>
                  </a:cubicBezTo>
                  <a:close/>
                </a:path>
              </a:pathLst>
            </a:custGeom>
            <a:gradFill>
              <a:gsLst>
                <a:gs pos="0">
                  <a:srgbClr val="00B3FF"/>
                </a:gs>
                <a:gs pos="100000">
                  <a:srgbClr val="3A459B"/>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2"/>
            <p:cNvSpPr txBox="1"/>
            <p:nvPr/>
          </p:nvSpPr>
          <p:spPr>
            <a:xfrm>
              <a:off x="0" y="-28575"/>
              <a:ext cx="256751" cy="271566"/>
            </a:xfrm>
            <a:prstGeom prst="rect">
              <a:avLst/>
            </a:prstGeom>
            <a:noFill/>
            <a:ln>
              <a:noFill/>
            </a:ln>
          </p:spPr>
          <p:txBody>
            <a:bodyPr anchorCtr="0" anchor="ctr" bIns="65550" lIns="65550" spcFirstLastPara="1" rIns="65550" wrap="square" tIns="65550">
              <a:noAutofit/>
            </a:bodyPr>
            <a:lstStyle/>
            <a:p>
              <a:pPr indent="0" lvl="0" marL="0" marR="0" rtl="0" algn="ctr">
                <a:lnSpc>
                  <a:spcPct val="1181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14" name="Google Shape;114;p2"/>
          <p:cNvGrpSpPr/>
          <p:nvPr/>
        </p:nvGrpSpPr>
        <p:grpSpPr>
          <a:xfrm>
            <a:off x="6831150" y="5782974"/>
            <a:ext cx="10712313" cy="1427432"/>
            <a:chOff x="0" y="-28575"/>
            <a:chExt cx="1996666" cy="271566"/>
          </a:xfrm>
        </p:grpSpPr>
        <p:sp>
          <p:nvSpPr>
            <p:cNvPr id="115" name="Google Shape;115;p2"/>
            <p:cNvSpPr/>
            <p:nvPr/>
          </p:nvSpPr>
          <p:spPr>
            <a:xfrm>
              <a:off x="0" y="0"/>
              <a:ext cx="1996666" cy="242991"/>
            </a:xfrm>
            <a:custGeom>
              <a:rect b="b" l="l" r="r" t="t"/>
              <a:pathLst>
                <a:path extrusionOk="0" h="242991" w="1996666">
                  <a:moveTo>
                    <a:pt x="73767" y="0"/>
                  </a:moveTo>
                  <a:lnTo>
                    <a:pt x="1922900" y="0"/>
                  </a:lnTo>
                  <a:cubicBezTo>
                    <a:pt x="1963640" y="0"/>
                    <a:pt x="1996666" y="33026"/>
                    <a:pt x="1996666" y="73767"/>
                  </a:cubicBezTo>
                  <a:lnTo>
                    <a:pt x="1996666" y="169224"/>
                  </a:lnTo>
                  <a:cubicBezTo>
                    <a:pt x="1996666" y="188788"/>
                    <a:pt x="1988894" y="207551"/>
                    <a:pt x="1975060" y="221385"/>
                  </a:cubicBezTo>
                  <a:cubicBezTo>
                    <a:pt x="1961227" y="235219"/>
                    <a:pt x="1942464" y="242991"/>
                    <a:pt x="1922900" y="242991"/>
                  </a:cubicBezTo>
                  <a:lnTo>
                    <a:pt x="73767" y="242991"/>
                  </a:lnTo>
                  <a:cubicBezTo>
                    <a:pt x="54203" y="242991"/>
                    <a:pt x="35440" y="235219"/>
                    <a:pt x="21606" y="221385"/>
                  </a:cubicBezTo>
                  <a:cubicBezTo>
                    <a:pt x="7772" y="207551"/>
                    <a:pt x="0" y="188788"/>
                    <a:pt x="0" y="169224"/>
                  </a:cubicBezTo>
                  <a:lnTo>
                    <a:pt x="0" y="73767"/>
                  </a:lnTo>
                  <a:cubicBezTo>
                    <a:pt x="0" y="54203"/>
                    <a:pt x="7772" y="35440"/>
                    <a:pt x="21606" y="21606"/>
                  </a:cubicBezTo>
                  <a:cubicBezTo>
                    <a:pt x="35440" y="7772"/>
                    <a:pt x="54203" y="0"/>
                    <a:pt x="73767" y="0"/>
                  </a:cubicBezTo>
                  <a:close/>
                </a:path>
              </a:pathLst>
            </a:custGeom>
            <a:gradFill>
              <a:gsLst>
                <a:gs pos="0">
                  <a:srgbClr val="0C2756"/>
                </a:gs>
                <a:gs pos="100000">
                  <a:srgbClr val="1E527D"/>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2"/>
            <p:cNvSpPr txBox="1"/>
            <p:nvPr/>
          </p:nvSpPr>
          <p:spPr>
            <a:xfrm>
              <a:off x="0" y="-28575"/>
              <a:ext cx="1996666" cy="271566"/>
            </a:xfrm>
            <a:prstGeom prst="rect">
              <a:avLst/>
            </a:prstGeom>
            <a:noFill/>
            <a:ln>
              <a:noFill/>
            </a:ln>
          </p:spPr>
          <p:txBody>
            <a:bodyPr anchorCtr="0" anchor="ctr" bIns="65550" lIns="65550" spcFirstLastPara="1" rIns="65550" wrap="square" tIns="65550">
              <a:noAutofit/>
            </a:bodyPr>
            <a:lstStyle/>
            <a:p>
              <a:pPr indent="0" lvl="0" marL="0" marR="0" rtl="0" algn="ctr">
                <a:lnSpc>
                  <a:spcPct val="1181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17" name="Google Shape;117;p2"/>
          <p:cNvSpPr txBox="1"/>
          <p:nvPr/>
        </p:nvSpPr>
        <p:spPr>
          <a:xfrm>
            <a:off x="7291125" y="6316800"/>
            <a:ext cx="10229100" cy="431100"/>
          </a:xfrm>
          <a:prstGeom prst="rect">
            <a:avLst/>
          </a:prstGeom>
          <a:noFill/>
          <a:ln>
            <a:noFill/>
          </a:ln>
        </p:spPr>
        <p:txBody>
          <a:bodyPr anchorCtr="0" anchor="t" bIns="0" lIns="0" spcFirstLastPara="1" rIns="0" wrap="square" tIns="0">
            <a:spAutoFit/>
          </a:bodyPr>
          <a:lstStyle/>
          <a:p>
            <a:pPr indent="0" lvl="0" marL="0" marR="0" rtl="0" algn="l">
              <a:lnSpc>
                <a:spcPct val="115997"/>
              </a:lnSpc>
              <a:spcBef>
                <a:spcPts val="0"/>
              </a:spcBef>
              <a:spcAft>
                <a:spcPts val="0"/>
              </a:spcAft>
              <a:buNone/>
            </a:pPr>
            <a:r>
              <a:rPr b="0" i="0" lang="en-US" sz="2800" u="none" cap="none" strike="noStrike">
                <a:solidFill>
                  <a:srgbClr val="FFFFFF"/>
                </a:solidFill>
                <a:latin typeface="Arial"/>
                <a:ea typeface="Arial"/>
                <a:cs typeface="Arial"/>
                <a:sym typeface="Arial"/>
              </a:rPr>
              <a:t>SKILL 9: LISTEN FOR “ALMOST NEGATIVE” EXPRESSIONS </a:t>
            </a:r>
            <a:endParaRPr sz="2800"/>
          </a:p>
        </p:txBody>
      </p:sp>
      <p:grpSp>
        <p:nvGrpSpPr>
          <p:cNvPr id="118" name="Google Shape;118;p2"/>
          <p:cNvGrpSpPr/>
          <p:nvPr/>
        </p:nvGrpSpPr>
        <p:grpSpPr>
          <a:xfrm>
            <a:off x="5844944" y="5782979"/>
            <a:ext cx="1349560" cy="1427432"/>
            <a:chOff x="0" y="-28575"/>
            <a:chExt cx="256751" cy="271566"/>
          </a:xfrm>
        </p:grpSpPr>
        <p:sp>
          <p:nvSpPr>
            <p:cNvPr id="119" name="Google Shape;119;p2"/>
            <p:cNvSpPr/>
            <p:nvPr/>
          </p:nvSpPr>
          <p:spPr>
            <a:xfrm>
              <a:off x="0" y="0"/>
              <a:ext cx="256751" cy="242991"/>
            </a:xfrm>
            <a:custGeom>
              <a:rect b="b" l="l" r="r" t="t"/>
              <a:pathLst>
                <a:path extrusionOk="0" h="242991" w="256751">
                  <a:moveTo>
                    <a:pt x="121495" y="0"/>
                  </a:moveTo>
                  <a:lnTo>
                    <a:pt x="135255" y="0"/>
                  </a:lnTo>
                  <a:cubicBezTo>
                    <a:pt x="167478" y="0"/>
                    <a:pt x="198381" y="12800"/>
                    <a:pt x="221166" y="35585"/>
                  </a:cubicBezTo>
                  <a:cubicBezTo>
                    <a:pt x="243950" y="58370"/>
                    <a:pt x="256751" y="89273"/>
                    <a:pt x="256751" y="121495"/>
                  </a:cubicBezTo>
                  <a:lnTo>
                    <a:pt x="256751" y="121495"/>
                  </a:lnTo>
                  <a:cubicBezTo>
                    <a:pt x="256751" y="153718"/>
                    <a:pt x="243950" y="184621"/>
                    <a:pt x="221166" y="207406"/>
                  </a:cubicBezTo>
                  <a:cubicBezTo>
                    <a:pt x="198381" y="230190"/>
                    <a:pt x="167478" y="242991"/>
                    <a:pt x="135255" y="242991"/>
                  </a:cubicBezTo>
                  <a:lnTo>
                    <a:pt x="121495" y="242991"/>
                  </a:lnTo>
                  <a:cubicBezTo>
                    <a:pt x="89273" y="242991"/>
                    <a:pt x="58370" y="230190"/>
                    <a:pt x="35585" y="207406"/>
                  </a:cubicBezTo>
                  <a:cubicBezTo>
                    <a:pt x="12800" y="184621"/>
                    <a:pt x="0" y="153718"/>
                    <a:pt x="0" y="121495"/>
                  </a:cubicBezTo>
                  <a:lnTo>
                    <a:pt x="0" y="121495"/>
                  </a:lnTo>
                  <a:cubicBezTo>
                    <a:pt x="0" y="89273"/>
                    <a:pt x="12800" y="58370"/>
                    <a:pt x="35585" y="35585"/>
                  </a:cubicBezTo>
                  <a:cubicBezTo>
                    <a:pt x="58370" y="12800"/>
                    <a:pt x="89273" y="0"/>
                    <a:pt x="121495" y="0"/>
                  </a:cubicBezTo>
                  <a:close/>
                </a:path>
              </a:pathLst>
            </a:custGeom>
            <a:gradFill>
              <a:gsLst>
                <a:gs pos="0">
                  <a:srgbClr val="00B3FF"/>
                </a:gs>
                <a:gs pos="100000">
                  <a:srgbClr val="3A459B"/>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2"/>
            <p:cNvSpPr txBox="1"/>
            <p:nvPr/>
          </p:nvSpPr>
          <p:spPr>
            <a:xfrm>
              <a:off x="0" y="-28575"/>
              <a:ext cx="256751" cy="271566"/>
            </a:xfrm>
            <a:prstGeom prst="rect">
              <a:avLst/>
            </a:prstGeom>
            <a:noFill/>
            <a:ln>
              <a:noFill/>
            </a:ln>
          </p:spPr>
          <p:txBody>
            <a:bodyPr anchorCtr="0" anchor="ctr" bIns="65550" lIns="65550" spcFirstLastPara="1" rIns="65550" wrap="square" tIns="65550">
              <a:noAutofit/>
            </a:bodyPr>
            <a:lstStyle/>
            <a:p>
              <a:pPr indent="0" lvl="0" marL="0" marR="0" rtl="0" algn="ctr">
                <a:lnSpc>
                  <a:spcPct val="1181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21" name="Google Shape;121;p2"/>
          <p:cNvGrpSpPr/>
          <p:nvPr/>
        </p:nvGrpSpPr>
        <p:grpSpPr>
          <a:xfrm>
            <a:off x="6831250" y="7669824"/>
            <a:ext cx="10712313" cy="1427432"/>
            <a:chOff x="0" y="-28575"/>
            <a:chExt cx="1996666" cy="271566"/>
          </a:xfrm>
        </p:grpSpPr>
        <p:sp>
          <p:nvSpPr>
            <p:cNvPr id="122" name="Google Shape;122;p2"/>
            <p:cNvSpPr/>
            <p:nvPr/>
          </p:nvSpPr>
          <p:spPr>
            <a:xfrm>
              <a:off x="0" y="0"/>
              <a:ext cx="1996666" cy="242991"/>
            </a:xfrm>
            <a:custGeom>
              <a:rect b="b" l="l" r="r" t="t"/>
              <a:pathLst>
                <a:path extrusionOk="0" h="242991" w="1996666">
                  <a:moveTo>
                    <a:pt x="73767" y="0"/>
                  </a:moveTo>
                  <a:lnTo>
                    <a:pt x="1922900" y="0"/>
                  </a:lnTo>
                  <a:cubicBezTo>
                    <a:pt x="1963640" y="0"/>
                    <a:pt x="1996666" y="33026"/>
                    <a:pt x="1996666" y="73767"/>
                  </a:cubicBezTo>
                  <a:lnTo>
                    <a:pt x="1996666" y="169224"/>
                  </a:lnTo>
                  <a:cubicBezTo>
                    <a:pt x="1996666" y="188788"/>
                    <a:pt x="1988894" y="207551"/>
                    <a:pt x="1975060" y="221385"/>
                  </a:cubicBezTo>
                  <a:cubicBezTo>
                    <a:pt x="1961227" y="235219"/>
                    <a:pt x="1942464" y="242991"/>
                    <a:pt x="1922900" y="242991"/>
                  </a:cubicBezTo>
                  <a:lnTo>
                    <a:pt x="73767" y="242991"/>
                  </a:lnTo>
                  <a:cubicBezTo>
                    <a:pt x="54203" y="242991"/>
                    <a:pt x="35440" y="235219"/>
                    <a:pt x="21606" y="221385"/>
                  </a:cubicBezTo>
                  <a:cubicBezTo>
                    <a:pt x="7772" y="207551"/>
                    <a:pt x="0" y="188788"/>
                    <a:pt x="0" y="169224"/>
                  </a:cubicBezTo>
                  <a:lnTo>
                    <a:pt x="0" y="73767"/>
                  </a:lnTo>
                  <a:cubicBezTo>
                    <a:pt x="0" y="54203"/>
                    <a:pt x="7772" y="35440"/>
                    <a:pt x="21606" y="21606"/>
                  </a:cubicBezTo>
                  <a:cubicBezTo>
                    <a:pt x="35440" y="7772"/>
                    <a:pt x="54203" y="0"/>
                    <a:pt x="73767" y="0"/>
                  </a:cubicBezTo>
                  <a:close/>
                </a:path>
              </a:pathLst>
            </a:custGeom>
            <a:gradFill>
              <a:gsLst>
                <a:gs pos="0">
                  <a:srgbClr val="0C2756"/>
                </a:gs>
                <a:gs pos="100000">
                  <a:srgbClr val="1E527D"/>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2"/>
            <p:cNvSpPr txBox="1"/>
            <p:nvPr/>
          </p:nvSpPr>
          <p:spPr>
            <a:xfrm>
              <a:off x="0" y="-28575"/>
              <a:ext cx="1996666" cy="271566"/>
            </a:xfrm>
            <a:prstGeom prst="rect">
              <a:avLst/>
            </a:prstGeom>
            <a:noFill/>
            <a:ln>
              <a:noFill/>
            </a:ln>
          </p:spPr>
          <p:txBody>
            <a:bodyPr anchorCtr="0" anchor="ctr" bIns="65550" lIns="65550" spcFirstLastPara="1" rIns="65550" wrap="square" tIns="65550">
              <a:noAutofit/>
            </a:bodyPr>
            <a:lstStyle/>
            <a:p>
              <a:pPr indent="0" lvl="0" marL="0" marR="0" rtl="0" algn="ctr">
                <a:lnSpc>
                  <a:spcPct val="1181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24" name="Google Shape;124;p2"/>
          <p:cNvSpPr txBox="1"/>
          <p:nvPr/>
        </p:nvSpPr>
        <p:spPr>
          <a:xfrm>
            <a:off x="7291125" y="8227219"/>
            <a:ext cx="10072800" cy="431100"/>
          </a:xfrm>
          <a:prstGeom prst="rect">
            <a:avLst/>
          </a:prstGeom>
          <a:noFill/>
          <a:ln>
            <a:noFill/>
          </a:ln>
        </p:spPr>
        <p:txBody>
          <a:bodyPr anchorCtr="0" anchor="t" bIns="0" lIns="0" spcFirstLastPara="1" rIns="0" wrap="square" tIns="0">
            <a:spAutoFit/>
          </a:bodyPr>
          <a:lstStyle/>
          <a:p>
            <a:pPr indent="0" lvl="0" marL="0" marR="0" rtl="0" algn="l">
              <a:lnSpc>
                <a:spcPct val="115997"/>
              </a:lnSpc>
              <a:spcBef>
                <a:spcPts val="0"/>
              </a:spcBef>
              <a:spcAft>
                <a:spcPts val="0"/>
              </a:spcAft>
              <a:buNone/>
            </a:pPr>
            <a:r>
              <a:rPr b="0" i="0" lang="en-US" sz="2800" u="none" cap="none" strike="noStrike">
                <a:solidFill>
                  <a:srgbClr val="FFFFFF"/>
                </a:solidFill>
                <a:latin typeface="Arial"/>
                <a:ea typeface="Arial"/>
                <a:cs typeface="Arial"/>
                <a:sym typeface="Arial"/>
              </a:rPr>
              <a:t>SKILL 10: LISTEN FOR NEGATIVES WITH COMPARATIVES</a:t>
            </a:r>
            <a:endParaRPr sz="2800"/>
          </a:p>
        </p:txBody>
      </p:sp>
      <p:grpSp>
        <p:nvGrpSpPr>
          <p:cNvPr id="125" name="Google Shape;125;p2"/>
          <p:cNvGrpSpPr/>
          <p:nvPr/>
        </p:nvGrpSpPr>
        <p:grpSpPr>
          <a:xfrm>
            <a:off x="5860393" y="7669819"/>
            <a:ext cx="1349560" cy="1427432"/>
            <a:chOff x="0" y="-28575"/>
            <a:chExt cx="256751" cy="271566"/>
          </a:xfrm>
        </p:grpSpPr>
        <p:sp>
          <p:nvSpPr>
            <p:cNvPr id="126" name="Google Shape;126;p2"/>
            <p:cNvSpPr/>
            <p:nvPr/>
          </p:nvSpPr>
          <p:spPr>
            <a:xfrm>
              <a:off x="0" y="0"/>
              <a:ext cx="256751" cy="242991"/>
            </a:xfrm>
            <a:custGeom>
              <a:rect b="b" l="l" r="r" t="t"/>
              <a:pathLst>
                <a:path extrusionOk="0" h="242991" w="256751">
                  <a:moveTo>
                    <a:pt x="121495" y="0"/>
                  </a:moveTo>
                  <a:lnTo>
                    <a:pt x="135255" y="0"/>
                  </a:lnTo>
                  <a:cubicBezTo>
                    <a:pt x="167478" y="0"/>
                    <a:pt x="198381" y="12800"/>
                    <a:pt x="221166" y="35585"/>
                  </a:cubicBezTo>
                  <a:cubicBezTo>
                    <a:pt x="243950" y="58370"/>
                    <a:pt x="256751" y="89273"/>
                    <a:pt x="256751" y="121495"/>
                  </a:cubicBezTo>
                  <a:lnTo>
                    <a:pt x="256751" y="121495"/>
                  </a:lnTo>
                  <a:cubicBezTo>
                    <a:pt x="256751" y="153718"/>
                    <a:pt x="243950" y="184621"/>
                    <a:pt x="221166" y="207406"/>
                  </a:cubicBezTo>
                  <a:cubicBezTo>
                    <a:pt x="198381" y="230190"/>
                    <a:pt x="167478" y="242991"/>
                    <a:pt x="135255" y="242991"/>
                  </a:cubicBezTo>
                  <a:lnTo>
                    <a:pt x="121495" y="242991"/>
                  </a:lnTo>
                  <a:cubicBezTo>
                    <a:pt x="89273" y="242991"/>
                    <a:pt x="58370" y="230190"/>
                    <a:pt x="35585" y="207406"/>
                  </a:cubicBezTo>
                  <a:cubicBezTo>
                    <a:pt x="12800" y="184621"/>
                    <a:pt x="0" y="153718"/>
                    <a:pt x="0" y="121495"/>
                  </a:cubicBezTo>
                  <a:lnTo>
                    <a:pt x="0" y="121495"/>
                  </a:lnTo>
                  <a:cubicBezTo>
                    <a:pt x="0" y="89273"/>
                    <a:pt x="12800" y="58370"/>
                    <a:pt x="35585" y="35585"/>
                  </a:cubicBezTo>
                  <a:cubicBezTo>
                    <a:pt x="58370" y="12800"/>
                    <a:pt x="89273" y="0"/>
                    <a:pt x="121495" y="0"/>
                  </a:cubicBezTo>
                  <a:close/>
                </a:path>
              </a:pathLst>
            </a:custGeom>
            <a:gradFill>
              <a:gsLst>
                <a:gs pos="0">
                  <a:srgbClr val="00B3FF"/>
                </a:gs>
                <a:gs pos="100000">
                  <a:srgbClr val="3A459B"/>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2"/>
            <p:cNvSpPr txBox="1"/>
            <p:nvPr/>
          </p:nvSpPr>
          <p:spPr>
            <a:xfrm>
              <a:off x="0" y="-28575"/>
              <a:ext cx="256751" cy="271566"/>
            </a:xfrm>
            <a:prstGeom prst="rect">
              <a:avLst/>
            </a:prstGeom>
            <a:noFill/>
            <a:ln>
              <a:noFill/>
            </a:ln>
          </p:spPr>
          <p:txBody>
            <a:bodyPr anchorCtr="0" anchor="ctr" bIns="65550" lIns="65550" spcFirstLastPara="1" rIns="65550" wrap="square" tIns="65550">
              <a:noAutofit/>
            </a:bodyPr>
            <a:lstStyle/>
            <a:p>
              <a:pPr indent="0" lvl="0" marL="0" marR="0" rtl="0" algn="ctr">
                <a:lnSpc>
                  <a:spcPct val="1181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28" name="Google Shape;128;p2"/>
          <p:cNvSpPr txBox="1"/>
          <p:nvPr/>
        </p:nvSpPr>
        <p:spPr>
          <a:xfrm>
            <a:off x="625186" y="5024212"/>
            <a:ext cx="5191500" cy="1231500"/>
          </a:xfrm>
          <a:prstGeom prst="rect">
            <a:avLst/>
          </a:prstGeom>
          <a:noFill/>
          <a:ln>
            <a:noFill/>
          </a:ln>
        </p:spPr>
        <p:txBody>
          <a:bodyPr anchorCtr="0" anchor="t" bIns="0" lIns="0" spcFirstLastPara="1" rIns="0" wrap="square" tIns="0">
            <a:spAutoFit/>
          </a:bodyPr>
          <a:lstStyle/>
          <a:p>
            <a:pPr indent="0" lvl="0" marL="0" marR="0" rtl="0" algn="l">
              <a:lnSpc>
                <a:spcPct val="104000"/>
              </a:lnSpc>
              <a:spcBef>
                <a:spcPts val="0"/>
              </a:spcBef>
              <a:spcAft>
                <a:spcPts val="0"/>
              </a:spcAft>
              <a:buNone/>
            </a:pPr>
            <a:r>
              <a:rPr b="0" i="0" lang="en-US" sz="8000" u="none" cap="none" strike="noStrike">
                <a:solidFill>
                  <a:srgbClr val="000000"/>
                </a:solidFill>
                <a:latin typeface="Anton"/>
                <a:ea typeface="Anton"/>
                <a:cs typeface="Anton"/>
                <a:sym typeface="Anton"/>
              </a:rPr>
              <a:t>NEGATIVES</a:t>
            </a:r>
            <a:endParaRPr sz="80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3"/>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202" r="-2201" t="0"/>
            </a:stretch>
          </a:blipFill>
          <a:ln>
            <a:noFill/>
          </a:ln>
        </p:spPr>
      </p:sp>
      <p:sp>
        <p:nvSpPr>
          <p:cNvPr id="134" name="Google Shape;134;p3"/>
          <p:cNvSpPr txBox="1"/>
          <p:nvPr/>
        </p:nvSpPr>
        <p:spPr>
          <a:xfrm>
            <a:off x="379088" y="1566788"/>
            <a:ext cx="17529900" cy="8311500"/>
          </a:xfrm>
          <a:prstGeom prst="rect">
            <a:avLst/>
          </a:prstGeom>
          <a:noFill/>
          <a:ln>
            <a:noFill/>
          </a:ln>
        </p:spPr>
        <p:txBody>
          <a:bodyPr anchorCtr="0" anchor="t" bIns="0" lIns="0" spcFirstLastPara="1" rIns="0" wrap="square" tIns="0">
            <a:spAutoFit/>
          </a:bodyPr>
          <a:lstStyle/>
          <a:p>
            <a:pPr indent="0" lvl="0" marL="0" marR="0" rtl="0" algn="l">
              <a:lnSpc>
                <a:spcPct val="129992"/>
              </a:lnSpc>
              <a:spcBef>
                <a:spcPts val="0"/>
              </a:spcBef>
              <a:spcAft>
                <a:spcPts val="0"/>
              </a:spcAft>
              <a:buNone/>
            </a:pPr>
            <a:r>
              <a:rPr b="0" i="0" lang="en-US" sz="2600" u="none" cap="none" strike="noStrike">
                <a:solidFill>
                  <a:srgbClr val="000000"/>
                </a:solidFill>
                <a:latin typeface="Arial"/>
                <a:ea typeface="Arial"/>
                <a:cs typeface="Arial"/>
                <a:sym typeface="Arial"/>
              </a:rPr>
              <a:t>Negative expressions are very common in the short dialogue, and the most common kind of correct response to a negative statement is a positive statement containing a word with an opposite meaning.</a:t>
            </a:r>
            <a:endParaRPr sz="2600"/>
          </a:p>
          <a:p>
            <a:pPr indent="0" lvl="0" marL="0" marR="0" rtl="0" algn="l">
              <a:lnSpc>
                <a:spcPct val="71976"/>
              </a:lnSpc>
              <a:spcBef>
                <a:spcPts val="0"/>
              </a:spcBef>
              <a:spcAft>
                <a:spcPts val="0"/>
              </a:spcAft>
              <a:buNone/>
            </a:pPr>
            <a:r>
              <a:t/>
            </a:r>
            <a:endParaRPr b="0" i="0" sz="2600" u="none" cap="none" strike="noStrike">
              <a:solidFill>
                <a:srgbClr val="000000"/>
              </a:solidFill>
              <a:latin typeface="Arial"/>
              <a:ea typeface="Arial"/>
              <a:cs typeface="Arial"/>
              <a:sym typeface="Arial"/>
            </a:endParaRPr>
          </a:p>
          <a:p>
            <a:pPr indent="0" lvl="0" marL="0" marR="0" rtl="0" algn="l">
              <a:lnSpc>
                <a:spcPct val="129992"/>
              </a:lnSpc>
              <a:spcBef>
                <a:spcPts val="0"/>
              </a:spcBef>
              <a:spcAft>
                <a:spcPts val="0"/>
              </a:spcAft>
              <a:buNone/>
            </a:pPr>
            <a:r>
              <a:rPr b="1" i="0" lang="en-US" sz="2600" u="none" cap="none" strike="noStrike">
                <a:solidFill>
                  <a:srgbClr val="000000"/>
                </a:solidFill>
                <a:latin typeface="Arial"/>
                <a:ea typeface="Arial"/>
                <a:cs typeface="Arial"/>
                <a:sym typeface="Arial"/>
              </a:rPr>
              <a:t>Example : </a:t>
            </a:r>
            <a:endParaRPr sz="2600"/>
          </a:p>
          <a:p>
            <a:pPr indent="0" lvl="0" marL="0" marR="0" rtl="0" algn="l">
              <a:lnSpc>
                <a:spcPct val="71976"/>
              </a:lnSpc>
              <a:spcBef>
                <a:spcPts val="0"/>
              </a:spcBef>
              <a:spcAft>
                <a:spcPts val="0"/>
              </a:spcAft>
              <a:buNone/>
            </a:pPr>
            <a:r>
              <a:t/>
            </a:r>
            <a:endParaRPr b="1" i="0" sz="2600" u="none" cap="none" strike="noStrike">
              <a:solidFill>
                <a:srgbClr val="000000"/>
              </a:solidFill>
              <a:latin typeface="Arial"/>
              <a:ea typeface="Arial"/>
              <a:cs typeface="Arial"/>
              <a:sym typeface="Arial"/>
            </a:endParaRPr>
          </a:p>
          <a:p>
            <a:pPr indent="0" lvl="0" marL="0" marR="0" rtl="0" algn="l">
              <a:lnSpc>
                <a:spcPct val="129992"/>
              </a:lnSpc>
              <a:spcBef>
                <a:spcPts val="0"/>
              </a:spcBef>
              <a:spcAft>
                <a:spcPts val="0"/>
              </a:spcAft>
              <a:buNone/>
            </a:pPr>
            <a:r>
              <a:rPr b="0" i="0" lang="en-US" sz="2600" u="none" cap="none" strike="noStrike">
                <a:solidFill>
                  <a:srgbClr val="000000"/>
                </a:solidFill>
                <a:latin typeface="Arial"/>
                <a:ea typeface="Arial"/>
                <a:cs typeface="Arial"/>
                <a:sym typeface="Arial"/>
              </a:rPr>
              <a:t>On the recording, you hear : </a:t>
            </a:r>
            <a:endParaRPr sz="2600"/>
          </a:p>
          <a:p>
            <a:pPr indent="0" lvl="0" marL="0" marR="0" rtl="0" algn="l">
              <a:lnSpc>
                <a:spcPct val="129992"/>
              </a:lnSpc>
              <a:spcBef>
                <a:spcPts val="0"/>
              </a:spcBef>
              <a:spcAft>
                <a:spcPts val="0"/>
              </a:spcAft>
              <a:buNone/>
            </a:pPr>
            <a:r>
              <a:rPr b="0" i="0" lang="en-US" sz="2600" u="none" cap="none" strike="noStrike">
                <a:solidFill>
                  <a:srgbClr val="000000"/>
                </a:solidFill>
                <a:latin typeface="Arial"/>
                <a:ea typeface="Arial"/>
                <a:cs typeface="Arial"/>
                <a:sym typeface="Arial"/>
              </a:rPr>
              <a:t>(man) How did they get to their grandmother’s house in Maine in only five hours?</a:t>
            </a:r>
            <a:endParaRPr sz="2600"/>
          </a:p>
          <a:p>
            <a:pPr indent="0" lvl="0" marL="0" marR="0" rtl="0" algn="l">
              <a:lnSpc>
                <a:spcPct val="129992"/>
              </a:lnSpc>
              <a:spcBef>
                <a:spcPts val="0"/>
              </a:spcBef>
              <a:spcAft>
                <a:spcPts val="0"/>
              </a:spcAft>
              <a:buNone/>
            </a:pPr>
            <a:r>
              <a:rPr b="0" i="0" lang="en-US" sz="2600" u="none" cap="none" strike="noStrike">
                <a:solidFill>
                  <a:srgbClr val="000000"/>
                </a:solidFill>
                <a:latin typeface="Arial"/>
                <a:ea typeface="Arial"/>
                <a:cs typeface="Arial"/>
                <a:sym typeface="Arial"/>
              </a:rPr>
              <a:t>(woman) They didn’t drive slowly on the trip to Maine </a:t>
            </a:r>
            <a:endParaRPr sz="2600"/>
          </a:p>
          <a:p>
            <a:pPr indent="0" lvl="0" marL="0" marR="0" rtl="0" algn="l">
              <a:lnSpc>
                <a:spcPct val="129992"/>
              </a:lnSpc>
              <a:spcBef>
                <a:spcPts val="0"/>
              </a:spcBef>
              <a:spcAft>
                <a:spcPts val="0"/>
              </a:spcAft>
              <a:buNone/>
            </a:pPr>
            <a:r>
              <a:rPr b="0" i="0" lang="en-US" sz="2600" u="none" cap="none" strike="noStrike">
                <a:solidFill>
                  <a:srgbClr val="000000"/>
                </a:solidFill>
                <a:latin typeface="Arial"/>
                <a:ea typeface="Arial"/>
                <a:cs typeface="Arial"/>
                <a:sym typeface="Arial"/>
              </a:rPr>
              <a:t>(narrator)  What does the woman say about the trip?</a:t>
            </a:r>
            <a:endParaRPr sz="2600"/>
          </a:p>
          <a:p>
            <a:pPr indent="0" lvl="0" marL="0" marR="0" rtl="0" algn="l">
              <a:lnSpc>
                <a:spcPct val="75000"/>
              </a:lnSpc>
              <a:spcBef>
                <a:spcPts val="0"/>
              </a:spcBef>
              <a:spcAft>
                <a:spcPts val="0"/>
              </a:spcAft>
              <a:buNone/>
            </a:pPr>
            <a:r>
              <a:t/>
            </a:r>
            <a:endParaRPr b="0" i="0" sz="2600" u="none" cap="none" strike="noStrike">
              <a:solidFill>
                <a:srgbClr val="000000"/>
              </a:solidFill>
              <a:latin typeface="Arial"/>
              <a:ea typeface="Arial"/>
              <a:cs typeface="Arial"/>
              <a:sym typeface="Arial"/>
            </a:endParaRPr>
          </a:p>
          <a:p>
            <a:pPr indent="0" lvl="0" marL="0" marR="0" rtl="0" algn="l">
              <a:lnSpc>
                <a:spcPct val="129992"/>
              </a:lnSpc>
              <a:spcBef>
                <a:spcPts val="0"/>
              </a:spcBef>
              <a:spcAft>
                <a:spcPts val="0"/>
              </a:spcAft>
              <a:buNone/>
            </a:pPr>
            <a:r>
              <a:rPr b="0" i="0" lang="en-US" sz="2600" u="none" cap="none" strike="noStrike">
                <a:solidFill>
                  <a:srgbClr val="000000"/>
                </a:solidFill>
                <a:latin typeface="Arial"/>
                <a:ea typeface="Arial"/>
                <a:cs typeface="Arial"/>
                <a:sym typeface="Arial"/>
              </a:rPr>
              <a:t>In your test book or on the computer screen, you read : </a:t>
            </a:r>
            <a:endParaRPr sz="2600"/>
          </a:p>
          <a:p>
            <a:pPr indent="0" lvl="0" marL="0" marR="0" rtl="0" algn="l">
              <a:lnSpc>
                <a:spcPct val="129992"/>
              </a:lnSpc>
              <a:spcBef>
                <a:spcPts val="0"/>
              </a:spcBef>
              <a:spcAft>
                <a:spcPts val="0"/>
              </a:spcAft>
              <a:buNone/>
            </a:pPr>
            <a:r>
              <a:rPr b="0" i="0" lang="en-US" sz="2600" u="none" cap="none" strike="noStrike">
                <a:solidFill>
                  <a:srgbClr val="000000"/>
                </a:solidFill>
                <a:latin typeface="Arial"/>
                <a:ea typeface="Arial"/>
                <a:cs typeface="Arial"/>
                <a:sym typeface="Arial"/>
              </a:rPr>
              <a:t>(A)They drove rather quickly </a:t>
            </a:r>
            <a:endParaRPr sz="2600"/>
          </a:p>
          <a:p>
            <a:pPr indent="0" lvl="0" marL="0" marR="0" rtl="0" algn="l">
              <a:lnSpc>
                <a:spcPct val="129992"/>
              </a:lnSpc>
              <a:spcBef>
                <a:spcPts val="0"/>
              </a:spcBef>
              <a:spcAft>
                <a:spcPts val="0"/>
              </a:spcAft>
              <a:buNone/>
            </a:pPr>
            <a:r>
              <a:rPr b="0" i="0" lang="en-US" sz="2600" u="none" cap="none" strike="noStrike">
                <a:solidFill>
                  <a:srgbClr val="000000"/>
                </a:solidFill>
                <a:latin typeface="Arial"/>
                <a:ea typeface="Arial"/>
                <a:cs typeface="Arial"/>
                <a:sym typeface="Arial"/>
              </a:rPr>
              <a:t>(B)They couldn’t have driven more slowly </a:t>
            </a:r>
            <a:endParaRPr sz="2600"/>
          </a:p>
          <a:p>
            <a:pPr indent="0" lvl="0" marL="0" marR="0" rtl="0" algn="l">
              <a:lnSpc>
                <a:spcPct val="129992"/>
              </a:lnSpc>
              <a:spcBef>
                <a:spcPts val="0"/>
              </a:spcBef>
              <a:spcAft>
                <a:spcPts val="0"/>
              </a:spcAft>
              <a:buNone/>
            </a:pPr>
            <a:r>
              <a:rPr b="0" i="0" lang="en-US" sz="2600" u="none" cap="none" strike="noStrike">
                <a:solidFill>
                  <a:srgbClr val="000000"/>
                </a:solidFill>
                <a:latin typeface="Arial"/>
                <a:ea typeface="Arial"/>
                <a:cs typeface="Arial"/>
                <a:sym typeface="Arial"/>
              </a:rPr>
              <a:t>(C)They wanted to travel slowly to Maine </a:t>
            </a:r>
            <a:endParaRPr sz="2600"/>
          </a:p>
          <a:p>
            <a:pPr indent="0" lvl="0" marL="0" marR="0" rtl="0" algn="l">
              <a:lnSpc>
                <a:spcPct val="129992"/>
              </a:lnSpc>
              <a:spcBef>
                <a:spcPts val="0"/>
              </a:spcBef>
              <a:spcAft>
                <a:spcPts val="0"/>
              </a:spcAft>
              <a:buNone/>
            </a:pPr>
            <a:r>
              <a:rPr b="0" i="0" lang="en-US" sz="2600" u="none" cap="none" strike="noStrike">
                <a:solidFill>
                  <a:srgbClr val="000000"/>
                </a:solidFill>
                <a:latin typeface="Arial"/>
                <a:ea typeface="Arial"/>
                <a:cs typeface="Arial"/>
                <a:sym typeface="Arial"/>
              </a:rPr>
              <a:t>(D)They didn’t drive to Maine </a:t>
            </a:r>
            <a:endParaRPr sz="2600"/>
          </a:p>
          <a:p>
            <a:pPr indent="0" lvl="0" marL="0" marR="0" rtl="0" algn="l">
              <a:lnSpc>
                <a:spcPct val="67967"/>
              </a:lnSpc>
              <a:spcBef>
                <a:spcPts val="0"/>
              </a:spcBef>
              <a:spcAft>
                <a:spcPts val="0"/>
              </a:spcAft>
              <a:buNone/>
            </a:pPr>
            <a:r>
              <a:t/>
            </a:r>
            <a:endParaRPr b="0" i="0" sz="2600" u="none" cap="none" strike="noStrike">
              <a:solidFill>
                <a:srgbClr val="000000"/>
              </a:solidFill>
              <a:latin typeface="Arial"/>
              <a:ea typeface="Arial"/>
              <a:cs typeface="Arial"/>
              <a:sym typeface="Arial"/>
            </a:endParaRPr>
          </a:p>
          <a:p>
            <a:pPr indent="0" lvl="0" marL="0" marR="0" rtl="0" algn="l">
              <a:lnSpc>
                <a:spcPct val="129992"/>
              </a:lnSpc>
              <a:spcBef>
                <a:spcPts val="0"/>
              </a:spcBef>
              <a:spcAft>
                <a:spcPts val="0"/>
              </a:spcAft>
              <a:buNone/>
            </a:pPr>
            <a:r>
              <a:rPr b="0" i="0" lang="en-US" sz="2600" u="none" cap="none" strike="noStrike">
                <a:solidFill>
                  <a:srgbClr val="000000"/>
                </a:solidFill>
                <a:latin typeface="Arial"/>
                <a:ea typeface="Arial"/>
                <a:cs typeface="Arial"/>
                <a:sym typeface="Arial"/>
              </a:rPr>
              <a:t>The correct answer is answer (A). If they didn’t drive slowly to Maine, this means that they drove rather quickly. Notice that the correct answer uses quickly, the opposite of slowly. The answers that use slowly are not correct. </a:t>
            </a:r>
            <a:endParaRPr sz="2600"/>
          </a:p>
        </p:txBody>
      </p:sp>
      <p:grpSp>
        <p:nvGrpSpPr>
          <p:cNvPr id="135" name="Google Shape;135;p3"/>
          <p:cNvGrpSpPr/>
          <p:nvPr/>
        </p:nvGrpSpPr>
        <p:grpSpPr>
          <a:xfrm>
            <a:off x="1812826" y="127971"/>
            <a:ext cx="14662349" cy="1184983"/>
            <a:chOff x="0" y="-28575"/>
            <a:chExt cx="3457621" cy="279438"/>
          </a:xfrm>
        </p:grpSpPr>
        <p:sp>
          <p:nvSpPr>
            <p:cNvPr id="136" name="Google Shape;136;p3"/>
            <p:cNvSpPr/>
            <p:nvPr/>
          </p:nvSpPr>
          <p:spPr>
            <a:xfrm>
              <a:off x="0" y="0"/>
              <a:ext cx="3457621" cy="250863"/>
            </a:xfrm>
            <a:custGeom>
              <a:rect b="b" l="l" r="r" t="t"/>
              <a:pathLst>
                <a:path extrusionOk="0" h="250863" w="3457621">
                  <a:moveTo>
                    <a:pt x="0" y="0"/>
                  </a:moveTo>
                  <a:lnTo>
                    <a:pt x="3457621" y="0"/>
                  </a:lnTo>
                  <a:lnTo>
                    <a:pt x="3457621" y="250863"/>
                  </a:lnTo>
                  <a:lnTo>
                    <a:pt x="0" y="250863"/>
                  </a:lnTo>
                  <a:close/>
                </a:path>
              </a:pathLst>
            </a:custGeom>
            <a:gradFill>
              <a:gsLst>
                <a:gs pos="0">
                  <a:srgbClr val="0C2756"/>
                </a:gs>
                <a:gs pos="50000">
                  <a:srgbClr val="1D629A"/>
                </a:gs>
                <a:gs pos="100000">
                  <a:srgbClr val="0C2756"/>
                </a:gs>
              </a:gsLst>
              <a:lin ang="0" scaled="0"/>
            </a:gradFill>
            <a:ln>
              <a:noFill/>
            </a:ln>
          </p:spPr>
        </p:sp>
        <p:sp>
          <p:nvSpPr>
            <p:cNvPr id="137" name="Google Shape;137;p3"/>
            <p:cNvSpPr txBox="1"/>
            <p:nvPr/>
          </p:nvSpPr>
          <p:spPr>
            <a:xfrm>
              <a:off x="0" y="-28575"/>
              <a:ext cx="3457621" cy="279438"/>
            </a:xfrm>
            <a:prstGeom prst="rect">
              <a:avLst/>
            </a:prstGeom>
            <a:noFill/>
            <a:ln>
              <a:noFill/>
            </a:ln>
          </p:spPr>
          <p:txBody>
            <a:bodyPr anchorCtr="0" anchor="ctr" bIns="56725" lIns="56725" spcFirstLastPara="1" rIns="56725" wrap="square" tIns="56725">
              <a:noAutofit/>
            </a:bodyPr>
            <a:lstStyle/>
            <a:p>
              <a:pPr indent="0" lvl="0" marL="0" marR="0" rtl="0" algn="ctr">
                <a:lnSpc>
                  <a:spcPct val="1181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38" name="Google Shape;138;p3"/>
          <p:cNvSpPr txBox="1"/>
          <p:nvPr/>
        </p:nvSpPr>
        <p:spPr>
          <a:xfrm>
            <a:off x="2788261" y="490827"/>
            <a:ext cx="12711479" cy="542347"/>
          </a:xfrm>
          <a:prstGeom prst="rect">
            <a:avLst/>
          </a:prstGeom>
          <a:noFill/>
          <a:ln>
            <a:noFill/>
          </a:ln>
        </p:spPr>
        <p:txBody>
          <a:bodyPr anchorCtr="0" anchor="t" bIns="0" lIns="0" spcFirstLastPara="1" rIns="0" wrap="square" tIns="0">
            <a:spAutoFit/>
          </a:bodyPr>
          <a:lstStyle/>
          <a:p>
            <a:pPr indent="0" lvl="0" marL="0" marR="0" rtl="0" algn="ctr">
              <a:lnSpc>
                <a:spcPct val="104000"/>
              </a:lnSpc>
              <a:spcBef>
                <a:spcPts val="0"/>
              </a:spcBef>
              <a:spcAft>
                <a:spcPts val="0"/>
              </a:spcAft>
              <a:buNone/>
            </a:pPr>
            <a:r>
              <a:rPr b="1" i="0" lang="en-US" sz="3350" u="none" cap="none" strike="noStrike">
                <a:solidFill>
                  <a:srgbClr val="FFFFFF"/>
                </a:solidFill>
                <a:latin typeface="Arial"/>
                <a:ea typeface="Arial"/>
                <a:cs typeface="Arial"/>
                <a:sym typeface="Arial"/>
              </a:rPr>
              <a:t>SKILL 7: LISTEN FOR NEGATIVE EXRESSIONS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4"/>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202" r="-2201" t="0"/>
            </a:stretch>
          </a:blipFill>
          <a:ln>
            <a:noFill/>
          </a:ln>
        </p:spPr>
      </p:sp>
      <p:grpSp>
        <p:nvGrpSpPr>
          <p:cNvPr id="144" name="Google Shape;144;p4"/>
          <p:cNvGrpSpPr/>
          <p:nvPr/>
        </p:nvGrpSpPr>
        <p:grpSpPr>
          <a:xfrm>
            <a:off x="1812826" y="127971"/>
            <a:ext cx="14662349" cy="1184983"/>
            <a:chOff x="0" y="-161567"/>
            <a:chExt cx="19549799" cy="1579977"/>
          </a:xfrm>
        </p:grpSpPr>
        <p:grpSp>
          <p:nvGrpSpPr>
            <p:cNvPr id="145" name="Google Shape;145;p4"/>
            <p:cNvGrpSpPr/>
            <p:nvPr/>
          </p:nvGrpSpPr>
          <p:grpSpPr>
            <a:xfrm>
              <a:off x="0" y="-161567"/>
              <a:ext cx="19549799" cy="1579977"/>
              <a:chOff x="0" y="-28575"/>
              <a:chExt cx="3457621" cy="279438"/>
            </a:xfrm>
          </p:grpSpPr>
          <p:sp>
            <p:nvSpPr>
              <p:cNvPr id="146" name="Google Shape;146;p4"/>
              <p:cNvSpPr/>
              <p:nvPr/>
            </p:nvSpPr>
            <p:spPr>
              <a:xfrm>
                <a:off x="0" y="0"/>
                <a:ext cx="3457621" cy="250863"/>
              </a:xfrm>
              <a:custGeom>
                <a:rect b="b" l="l" r="r" t="t"/>
                <a:pathLst>
                  <a:path extrusionOk="0" h="250863" w="3457621">
                    <a:moveTo>
                      <a:pt x="0" y="0"/>
                    </a:moveTo>
                    <a:lnTo>
                      <a:pt x="3457621" y="0"/>
                    </a:lnTo>
                    <a:lnTo>
                      <a:pt x="3457621" y="250863"/>
                    </a:lnTo>
                    <a:lnTo>
                      <a:pt x="0" y="250863"/>
                    </a:lnTo>
                    <a:close/>
                  </a:path>
                </a:pathLst>
              </a:custGeom>
              <a:gradFill>
                <a:gsLst>
                  <a:gs pos="0">
                    <a:srgbClr val="0C2756"/>
                  </a:gs>
                  <a:gs pos="50000">
                    <a:srgbClr val="1D629A"/>
                  </a:gs>
                  <a:gs pos="100000">
                    <a:srgbClr val="0C2756"/>
                  </a:gs>
                </a:gsLst>
                <a:lin ang="0" scaled="0"/>
              </a:gradFill>
              <a:ln>
                <a:noFill/>
              </a:ln>
            </p:spPr>
          </p:sp>
          <p:sp>
            <p:nvSpPr>
              <p:cNvPr id="147" name="Google Shape;147;p4"/>
              <p:cNvSpPr txBox="1"/>
              <p:nvPr/>
            </p:nvSpPr>
            <p:spPr>
              <a:xfrm>
                <a:off x="0" y="-28575"/>
                <a:ext cx="3457621" cy="279438"/>
              </a:xfrm>
              <a:prstGeom prst="rect">
                <a:avLst/>
              </a:prstGeom>
              <a:noFill/>
              <a:ln>
                <a:noFill/>
              </a:ln>
            </p:spPr>
            <p:txBody>
              <a:bodyPr anchorCtr="0" anchor="ctr" bIns="50800" lIns="50800" spcFirstLastPara="1" rIns="50800" wrap="square" tIns="50800">
                <a:noAutofit/>
              </a:bodyPr>
              <a:lstStyle/>
              <a:p>
                <a:pPr indent="0" lvl="0" marL="0" marR="0" rtl="0" algn="ctr">
                  <a:lnSpc>
                    <a:spcPct val="1181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48" name="Google Shape;148;p4"/>
            <p:cNvSpPr txBox="1"/>
            <p:nvPr/>
          </p:nvSpPr>
          <p:spPr>
            <a:xfrm>
              <a:off x="1300580" y="441586"/>
              <a:ext cx="16948638" cy="710429"/>
            </a:xfrm>
            <a:prstGeom prst="rect">
              <a:avLst/>
            </a:prstGeom>
            <a:noFill/>
            <a:ln>
              <a:noFill/>
            </a:ln>
          </p:spPr>
          <p:txBody>
            <a:bodyPr anchorCtr="0" anchor="t" bIns="0" lIns="0" spcFirstLastPara="1" rIns="0" wrap="square" tIns="0">
              <a:spAutoFit/>
            </a:bodyPr>
            <a:lstStyle/>
            <a:p>
              <a:pPr indent="0" lvl="0" marL="0" marR="0" rtl="0" algn="ctr">
                <a:lnSpc>
                  <a:spcPct val="104000"/>
                </a:lnSpc>
                <a:spcBef>
                  <a:spcPts val="0"/>
                </a:spcBef>
                <a:spcAft>
                  <a:spcPts val="0"/>
                </a:spcAft>
                <a:buNone/>
              </a:pPr>
              <a:r>
                <a:rPr b="1" i="0" lang="en-US" sz="3350" u="none" cap="none" strike="noStrike">
                  <a:solidFill>
                    <a:srgbClr val="FFFFFF"/>
                  </a:solidFill>
                  <a:latin typeface="Arial"/>
                  <a:ea typeface="Arial"/>
                  <a:cs typeface="Arial"/>
                  <a:sym typeface="Arial"/>
                </a:rPr>
                <a:t>SKILL 7: LISTEN FOR NEGATIVE EXRESSIONS</a:t>
              </a:r>
              <a:endParaRPr/>
            </a:p>
          </p:txBody>
        </p:sp>
      </p:grpSp>
      <p:sp>
        <p:nvSpPr>
          <p:cNvPr id="149" name="Google Shape;149;p4"/>
          <p:cNvSpPr/>
          <p:nvPr/>
        </p:nvSpPr>
        <p:spPr>
          <a:xfrm>
            <a:off x="2323290" y="1801339"/>
            <a:ext cx="13641421" cy="6684322"/>
          </a:xfrm>
          <a:custGeom>
            <a:rect b="b" l="l" r="r" t="t"/>
            <a:pathLst>
              <a:path extrusionOk="0" h="6684322" w="13641421">
                <a:moveTo>
                  <a:pt x="0" y="0"/>
                </a:moveTo>
                <a:lnTo>
                  <a:pt x="13641420" y="0"/>
                </a:lnTo>
                <a:lnTo>
                  <a:pt x="13641420" y="6684322"/>
                </a:lnTo>
                <a:lnTo>
                  <a:pt x="0" y="6684322"/>
                </a:lnTo>
                <a:lnTo>
                  <a:pt x="0" y="0"/>
                </a:lnTo>
                <a:close/>
              </a:path>
            </a:pathLst>
          </a:custGeom>
          <a:blipFill rotWithShape="1">
            <a:blip r:embed="rId4">
              <a:alphaModFix/>
            </a:blip>
            <a:stretch>
              <a:fillRect b="-24300" l="-13021" r="-36225" t="-12760"/>
            </a:stretch>
          </a:blipFill>
          <a:ln>
            <a:noFill/>
          </a:ln>
        </p:spPr>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5"/>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202" r="-2201" t="0"/>
            </a:stretch>
          </a:blipFill>
          <a:ln>
            <a:noFill/>
          </a:ln>
        </p:spPr>
      </p:sp>
      <p:grpSp>
        <p:nvGrpSpPr>
          <p:cNvPr id="155" name="Google Shape;155;p5"/>
          <p:cNvGrpSpPr/>
          <p:nvPr/>
        </p:nvGrpSpPr>
        <p:grpSpPr>
          <a:xfrm>
            <a:off x="1812826" y="127971"/>
            <a:ext cx="14662349" cy="1184983"/>
            <a:chOff x="0" y="-28575"/>
            <a:chExt cx="3457621" cy="279438"/>
          </a:xfrm>
        </p:grpSpPr>
        <p:sp>
          <p:nvSpPr>
            <p:cNvPr id="156" name="Google Shape;156;p5"/>
            <p:cNvSpPr/>
            <p:nvPr/>
          </p:nvSpPr>
          <p:spPr>
            <a:xfrm>
              <a:off x="0" y="0"/>
              <a:ext cx="3457621" cy="250863"/>
            </a:xfrm>
            <a:custGeom>
              <a:rect b="b" l="l" r="r" t="t"/>
              <a:pathLst>
                <a:path extrusionOk="0" h="250863" w="3457621">
                  <a:moveTo>
                    <a:pt x="0" y="0"/>
                  </a:moveTo>
                  <a:lnTo>
                    <a:pt x="3457621" y="0"/>
                  </a:lnTo>
                  <a:lnTo>
                    <a:pt x="3457621" y="250863"/>
                  </a:lnTo>
                  <a:lnTo>
                    <a:pt x="0" y="250863"/>
                  </a:lnTo>
                  <a:close/>
                </a:path>
              </a:pathLst>
            </a:custGeom>
            <a:gradFill>
              <a:gsLst>
                <a:gs pos="0">
                  <a:srgbClr val="0C2756"/>
                </a:gs>
                <a:gs pos="50000">
                  <a:srgbClr val="1D629A"/>
                </a:gs>
                <a:gs pos="100000">
                  <a:srgbClr val="0C2756"/>
                </a:gs>
              </a:gsLst>
              <a:lin ang="0" scaled="0"/>
            </a:gradFill>
            <a:ln>
              <a:noFill/>
            </a:ln>
          </p:spPr>
        </p:sp>
        <p:sp>
          <p:nvSpPr>
            <p:cNvPr id="157" name="Google Shape;157;p5"/>
            <p:cNvSpPr txBox="1"/>
            <p:nvPr/>
          </p:nvSpPr>
          <p:spPr>
            <a:xfrm>
              <a:off x="0" y="-28575"/>
              <a:ext cx="3457621" cy="279438"/>
            </a:xfrm>
            <a:prstGeom prst="rect">
              <a:avLst/>
            </a:prstGeom>
            <a:noFill/>
            <a:ln>
              <a:noFill/>
            </a:ln>
          </p:spPr>
          <p:txBody>
            <a:bodyPr anchorCtr="0" anchor="ctr" bIns="56725" lIns="56725" spcFirstLastPara="1" rIns="56725" wrap="square" tIns="56725">
              <a:noAutofit/>
            </a:bodyPr>
            <a:lstStyle/>
            <a:p>
              <a:pPr indent="0" lvl="0" marL="0" marR="0" rtl="0" algn="ctr">
                <a:lnSpc>
                  <a:spcPct val="1181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58" name="Google Shape;158;p5"/>
          <p:cNvSpPr txBox="1"/>
          <p:nvPr/>
        </p:nvSpPr>
        <p:spPr>
          <a:xfrm>
            <a:off x="2788261" y="490827"/>
            <a:ext cx="12711479" cy="542347"/>
          </a:xfrm>
          <a:prstGeom prst="rect">
            <a:avLst/>
          </a:prstGeom>
          <a:noFill/>
          <a:ln>
            <a:noFill/>
          </a:ln>
        </p:spPr>
        <p:txBody>
          <a:bodyPr anchorCtr="0" anchor="t" bIns="0" lIns="0" spcFirstLastPara="1" rIns="0" wrap="square" tIns="0">
            <a:spAutoFit/>
          </a:bodyPr>
          <a:lstStyle/>
          <a:p>
            <a:pPr indent="0" lvl="0" marL="0" marR="0" rtl="0" algn="ctr">
              <a:lnSpc>
                <a:spcPct val="104000"/>
              </a:lnSpc>
              <a:spcBef>
                <a:spcPts val="0"/>
              </a:spcBef>
              <a:spcAft>
                <a:spcPts val="0"/>
              </a:spcAft>
              <a:buNone/>
            </a:pPr>
            <a:r>
              <a:rPr b="1" i="0" lang="en-US" sz="3350" u="none" cap="none" strike="noStrike">
                <a:solidFill>
                  <a:srgbClr val="FFFFFF"/>
                </a:solidFill>
                <a:latin typeface="Arial"/>
                <a:ea typeface="Arial"/>
                <a:cs typeface="Arial"/>
                <a:sym typeface="Arial"/>
              </a:rPr>
              <a:t>EXERCISE 7</a:t>
            </a:r>
            <a:endParaRPr/>
          </a:p>
        </p:txBody>
      </p:sp>
      <p:grpSp>
        <p:nvGrpSpPr>
          <p:cNvPr id="159" name="Google Shape;159;p5"/>
          <p:cNvGrpSpPr/>
          <p:nvPr/>
        </p:nvGrpSpPr>
        <p:grpSpPr>
          <a:xfrm>
            <a:off x="756255" y="1890410"/>
            <a:ext cx="17236529" cy="6925014"/>
            <a:chOff x="0" y="-133350"/>
            <a:chExt cx="22982039" cy="9233352"/>
          </a:xfrm>
        </p:grpSpPr>
        <p:sp>
          <p:nvSpPr>
            <p:cNvPr id="160" name="Google Shape;160;p5"/>
            <p:cNvSpPr txBox="1"/>
            <p:nvPr/>
          </p:nvSpPr>
          <p:spPr>
            <a:xfrm>
              <a:off x="0" y="-133350"/>
              <a:ext cx="22367400" cy="3969900"/>
            </a:xfrm>
            <a:prstGeom prst="rect">
              <a:avLst/>
            </a:prstGeom>
            <a:noFill/>
            <a:ln>
              <a:noFill/>
            </a:ln>
          </p:spPr>
          <p:txBody>
            <a:bodyPr anchorCtr="0" anchor="t" bIns="0" lIns="0" spcFirstLastPara="1" rIns="0" wrap="square" tIns="0">
              <a:spAutoFit/>
            </a:bodyPr>
            <a:lstStyle/>
            <a:p>
              <a:pPr indent="0" lvl="0" marL="0" marR="0" rtl="0" algn="just">
                <a:lnSpc>
                  <a:spcPct val="131000"/>
                </a:lnSpc>
                <a:spcBef>
                  <a:spcPts val="0"/>
                </a:spcBef>
                <a:spcAft>
                  <a:spcPts val="0"/>
                </a:spcAft>
                <a:buNone/>
              </a:pPr>
              <a:r>
                <a:rPr b="0" i="0" lang="en-US" sz="3100" u="none" cap="none" strike="noStrike">
                  <a:solidFill>
                    <a:srgbClr val="000000"/>
                  </a:solidFill>
                  <a:latin typeface="Arial"/>
                  <a:ea typeface="Arial"/>
                  <a:cs typeface="Arial"/>
                  <a:sym typeface="Arial"/>
                </a:rPr>
                <a:t>In this exercise, underline the negative in the last line of each short dialogue. Then read the question and choose the best answer to that question. Remember that the best answer is one that uses an opposite meaning. </a:t>
              </a:r>
              <a:endParaRPr sz="3100"/>
            </a:p>
            <a:p>
              <a:pPr indent="0" lvl="0" marL="0" marR="0" rtl="0" algn="just">
                <a:lnSpc>
                  <a:spcPct val="131000"/>
                </a:lnSpc>
                <a:spcBef>
                  <a:spcPts val="0"/>
                </a:spcBef>
                <a:spcAft>
                  <a:spcPts val="0"/>
                </a:spcAft>
                <a:buNone/>
              </a:pPr>
              <a:r>
                <a:t/>
              </a:r>
              <a:endParaRPr b="0" i="0" sz="3100" u="none" cap="none" strike="noStrike">
                <a:solidFill>
                  <a:srgbClr val="000000"/>
                </a:solidFill>
                <a:latin typeface="Arial"/>
                <a:ea typeface="Arial"/>
                <a:cs typeface="Arial"/>
                <a:sym typeface="Arial"/>
              </a:endParaRPr>
            </a:p>
            <a:p>
              <a:pPr indent="0" lvl="0" marL="0" marR="0" rtl="0" algn="just">
                <a:lnSpc>
                  <a:spcPct val="131000"/>
                </a:lnSpc>
                <a:spcBef>
                  <a:spcPts val="0"/>
                </a:spcBef>
                <a:spcAft>
                  <a:spcPts val="0"/>
                </a:spcAft>
                <a:buNone/>
              </a:pPr>
              <a:r>
                <a:rPr b="0" i="0" lang="en-US" sz="3100" u="none" cap="none" strike="noStrike">
                  <a:solidFill>
                    <a:srgbClr val="000000"/>
                  </a:solidFill>
                  <a:latin typeface="Arial"/>
                  <a:ea typeface="Arial"/>
                  <a:cs typeface="Arial"/>
                  <a:sym typeface="Arial"/>
                </a:rPr>
                <a:t>1. </a:t>
              </a:r>
              <a:endParaRPr sz="3100"/>
            </a:p>
          </p:txBody>
        </p:sp>
        <p:sp>
          <p:nvSpPr>
            <p:cNvPr id="161" name="Google Shape;161;p5"/>
            <p:cNvSpPr txBox="1"/>
            <p:nvPr/>
          </p:nvSpPr>
          <p:spPr>
            <a:xfrm>
              <a:off x="614639" y="3125802"/>
              <a:ext cx="22367400" cy="5974200"/>
            </a:xfrm>
            <a:prstGeom prst="rect">
              <a:avLst/>
            </a:prstGeom>
            <a:noFill/>
            <a:ln>
              <a:noFill/>
            </a:ln>
          </p:spPr>
          <p:txBody>
            <a:bodyPr anchorCtr="0" anchor="t" bIns="0" lIns="0" spcFirstLastPara="1" rIns="0" wrap="square" tIns="0">
              <a:spAutoFit/>
            </a:bodyPr>
            <a:lstStyle/>
            <a:p>
              <a:pPr indent="0" lvl="0" marL="0" marR="0" rtl="0" algn="just">
                <a:lnSpc>
                  <a:spcPct val="131000"/>
                </a:lnSpc>
                <a:spcBef>
                  <a:spcPts val="0"/>
                </a:spcBef>
                <a:spcAft>
                  <a:spcPts val="0"/>
                </a:spcAft>
                <a:buNone/>
              </a:pPr>
              <a:r>
                <a:rPr b="0" i="0" lang="en-US" sz="3100" u="none" cap="none" strike="noStrike">
                  <a:solidFill>
                    <a:srgbClr val="000000"/>
                  </a:solidFill>
                  <a:latin typeface="Arial"/>
                  <a:ea typeface="Arial"/>
                  <a:cs typeface="Arial"/>
                  <a:sym typeface="Arial"/>
                </a:rPr>
                <a:t>(man)  I can’t seem to get the door unlocked </a:t>
              </a:r>
              <a:endParaRPr sz="3100"/>
            </a:p>
            <a:p>
              <a:pPr indent="0" lvl="0" marL="0" marR="0" rtl="0" algn="just">
                <a:lnSpc>
                  <a:spcPct val="131000"/>
                </a:lnSpc>
                <a:spcBef>
                  <a:spcPts val="0"/>
                </a:spcBef>
                <a:spcAft>
                  <a:spcPts val="0"/>
                </a:spcAft>
                <a:buNone/>
              </a:pPr>
              <a:r>
                <a:rPr b="0" i="0" lang="en-US" sz="3100" u="none" cap="none" strike="noStrike">
                  <a:solidFill>
                    <a:srgbClr val="000000"/>
                  </a:solidFill>
                  <a:latin typeface="Arial"/>
                  <a:ea typeface="Arial"/>
                  <a:cs typeface="Arial"/>
                  <a:sym typeface="Arial"/>
                </a:rPr>
                <a:t>(woman) That isn’t the right key for the door </a:t>
              </a:r>
              <a:endParaRPr sz="3100"/>
            </a:p>
            <a:p>
              <a:pPr indent="0" lvl="0" marL="0" marR="0" rtl="0" algn="just">
                <a:lnSpc>
                  <a:spcPct val="131000"/>
                </a:lnSpc>
                <a:spcBef>
                  <a:spcPts val="0"/>
                </a:spcBef>
                <a:spcAft>
                  <a:spcPts val="0"/>
                </a:spcAft>
                <a:buNone/>
              </a:pPr>
              <a:r>
                <a:rPr b="0" i="0" lang="en-US" sz="3100" u="none" cap="none" strike="noStrike">
                  <a:solidFill>
                    <a:srgbClr val="000000"/>
                  </a:solidFill>
                  <a:latin typeface="Arial"/>
                  <a:ea typeface="Arial"/>
                  <a:cs typeface="Arial"/>
                  <a:sym typeface="Arial"/>
                </a:rPr>
                <a:t>(narrator) What does the woman mean? </a:t>
              </a:r>
              <a:endParaRPr sz="3100"/>
            </a:p>
            <a:p>
              <a:pPr indent="0" lvl="0" marL="0" marR="0" rtl="0" algn="just">
                <a:lnSpc>
                  <a:spcPct val="53000"/>
                </a:lnSpc>
                <a:spcBef>
                  <a:spcPts val="0"/>
                </a:spcBef>
                <a:spcAft>
                  <a:spcPts val="0"/>
                </a:spcAft>
                <a:buNone/>
              </a:pPr>
              <a:r>
                <a:t/>
              </a:r>
              <a:endParaRPr b="0" i="0" sz="3100" u="none" cap="none" strike="noStrike">
                <a:solidFill>
                  <a:srgbClr val="000000"/>
                </a:solidFill>
                <a:latin typeface="Arial"/>
                <a:ea typeface="Arial"/>
                <a:cs typeface="Arial"/>
                <a:sym typeface="Arial"/>
              </a:endParaRPr>
            </a:p>
            <a:p>
              <a:pPr indent="0" lvl="0" marL="0" marR="0" rtl="0" algn="just">
                <a:lnSpc>
                  <a:spcPct val="131000"/>
                </a:lnSpc>
                <a:spcBef>
                  <a:spcPts val="0"/>
                </a:spcBef>
                <a:spcAft>
                  <a:spcPts val="0"/>
                </a:spcAft>
                <a:buNone/>
              </a:pPr>
              <a:r>
                <a:rPr b="0" i="0" lang="en-US" sz="3100" u="none" cap="none" strike="noStrike">
                  <a:solidFill>
                    <a:srgbClr val="000000"/>
                  </a:solidFill>
                  <a:latin typeface="Arial"/>
                  <a:ea typeface="Arial"/>
                  <a:cs typeface="Arial"/>
                  <a:sym typeface="Arial"/>
                </a:rPr>
                <a:t>(A) The key in the drawer is on the right </a:t>
              </a:r>
              <a:endParaRPr sz="3100"/>
            </a:p>
            <a:p>
              <a:pPr indent="0" lvl="0" marL="0" marR="0" rtl="0" algn="just">
                <a:lnSpc>
                  <a:spcPct val="131000"/>
                </a:lnSpc>
                <a:spcBef>
                  <a:spcPts val="0"/>
                </a:spcBef>
                <a:spcAft>
                  <a:spcPts val="0"/>
                </a:spcAft>
                <a:buNone/>
              </a:pPr>
              <a:r>
                <a:rPr b="0" i="0" lang="en-US" sz="3100" u="none" cap="none" strike="noStrike">
                  <a:solidFill>
                    <a:srgbClr val="000000"/>
                  </a:solidFill>
                  <a:latin typeface="Arial"/>
                  <a:ea typeface="Arial"/>
                  <a:cs typeface="Arial"/>
                  <a:sym typeface="Arial"/>
                </a:rPr>
                <a:t>(B) The man should write the message on the door </a:t>
              </a:r>
              <a:endParaRPr sz="3100"/>
            </a:p>
            <a:p>
              <a:pPr indent="0" lvl="0" marL="0" marR="0" rtl="0" algn="just">
                <a:lnSpc>
                  <a:spcPct val="131000"/>
                </a:lnSpc>
                <a:spcBef>
                  <a:spcPts val="0"/>
                </a:spcBef>
                <a:spcAft>
                  <a:spcPts val="0"/>
                </a:spcAft>
                <a:buNone/>
              </a:pPr>
              <a:r>
                <a:rPr b="0" i="0" lang="en-US" sz="3100" u="none" cap="none" strike="noStrike">
                  <a:solidFill>
                    <a:srgbClr val="000000"/>
                  </a:solidFill>
                  <a:latin typeface="Arial"/>
                  <a:ea typeface="Arial"/>
                  <a:cs typeface="Arial"/>
                  <a:sym typeface="Arial"/>
                </a:rPr>
                <a:t>(C) The man has the wrong key </a:t>
              </a:r>
              <a:endParaRPr sz="3100"/>
            </a:p>
            <a:p>
              <a:pPr indent="0" lvl="0" marL="0" marR="0" rtl="0" algn="just">
                <a:lnSpc>
                  <a:spcPct val="131000"/>
                </a:lnSpc>
                <a:spcBef>
                  <a:spcPts val="0"/>
                </a:spcBef>
                <a:spcAft>
                  <a:spcPts val="0"/>
                </a:spcAft>
                <a:buNone/>
              </a:pPr>
              <a:r>
                <a:rPr b="0" i="0" lang="en-US" sz="3100" u="none" cap="none" strike="noStrike">
                  <a:solidFill>
                    <a:srgbClr val="000000"/>
                  </a:solidFill>
                  <a:latin typeface="Arial"/>
                  <a:ea typeface="Arial"/>
                  <a:cs typeface="Arial"/>
                  <a:sym typeface="Arial"/>
                </a:rPr>
                <a:t>(D) The right key isn’t in the drawer </a:t>
              </a:r>
              <a:endParaRPr sz="3100"/>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6"/>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202" r="-2201" t="0"/>
            </a:stretch>
          </a:blipFill>
          <a:ln>
            <a:noFill/>
          </a:ln>
        </p:spPr>
      </p:sp>
      <p:sp>
        <p:nvSpPr>
          <p:cNvPr id="167" name="Google Shape;167;p6"/>
          <p:cNvSpPr txBox="1"/>
          <p:nvPr/>
        </p:nvSpPr>
        <p:spPr>
          <a:xfrm>
            <a:off x="1076325" y="510717"/>
            <a:ext cx="17403600" cy="9392400"/>
          </a:xfrm>
          <a:prstGeom prst="rect">
            <a:avLst/>
          </a:prstGeom>
          <a:noFill/>
          <a:ln>
            <a:noFill/>
          </a:ln>
        </p:spPr>
        <p:txBody>
          <a:bodyPr anchorCtr="0" anchor="t" bIns="0" lIns="0" spcFirstLastPara="1" rIns="0" wrap="square" tIns="0">
            <a:spAutoFit/>
          </a:bodyPr>
          <a:lstStyle/>
          <a:p>
            <a:pPr indent="0" lvl="0" marL="0" marR="0" rtl="0" algn="just">
              <a:lnSpc>
                <a:spcPct val="131000"/>
              </a:lnSpc>
              <a:spcBef>
                <a:spcPts val="0"/>
              </a:spcBef>
              <a:spcAft>
                <a:spcPts val="0"/>
              </a:spcAft>
              <a:buNone/>
            </a:pPr>
            <a:r>
              <a:rPr b="0" i="0" lang="en-US" sz="3000" u="none" cap="none" strike="noStrike">
                <a:solidFill>
                  <a:srgbClr val="000000"/>
                </a:solidFill>
                <a:latin typeface="Arial"/>
                <a:ea typeface="Arial"/>
                <a:cs typeface="Arial"/>
                <a:sym typeface="Arial"/>
              </a:rPr>
              <a:t>(man) Were you pleased with last week’s convention? </a:t>
            </a:r>
            <a:endParaRPr sz="3000"/>
          </a:p>
          <a:p>
            <a:pPr indent="0" lvl="0" marL="0" marR="0" rtl="0" algn="just">
              <a:lnSpc>
                <a:spcPct val="131000"/>
              </a:lnSpc>
              <a:spcBef>
                <a:spcPts val="0"/>
              </a:spcBef>
              <a:spcAft>
                <a:spcPts val="0"/>
              </a:spcAft>
              <a:buNone/>
            </a:pPr>
            <a:r>
              <a:rPr b="0" i="0" lang="en-US" sz="3000" u="none" cap="none" strike="noStrike">
                <a:solidFill>
                  <a:srgbClr val="000000"/>
                </a:solidFill>
                <a:latin typeface="Arial"/>
                <a:ea typeface="Arial"/>
                <a:cs typeface="Arial"/>
                <a:sym typeface="Arial"/>
              </a:rPr>
              <a:t>(woman) Nothing went as planned </a:t>
            </a:r>
            <a:endParaRPr sz="3000"/>
          </a:p>
          <a:p>
            <a:pPr indent="0" lvl="0" marL="0" marR="0" rtl="0" algn="just">
              <a:lnSpc>
                <a:spcPct val="131000"/>
              </a:lnSpc>
              <a:spcBef>
                <a:spcPts val="0"/>
              </a:spcBef>
              <a:spcAft>
                <a:spcPts val="0"/>
              </a:spcAft>
              <a:buNone/>
            </a:pPr>
            <a:r>
              <a:rPr b="0" i="0" lang="en-US" sz="3000" u="none" cap="none" strike="noStrike">
                <a:solidFill>
                  <a:srgbClr val="000000"/>
                </a:solidFill>
                <a:latin typeface="Arial"/>
                <a:ea typeface="Arial"/>
                <a:cs typeface="Arial"/>
                <a:sym typeface="Arial"/>
              </a:rPr>
              <a:t>(narrator) What does the woman mean? </a:t>
            </a:r>
            <a:endParaRPr sz="3000"/>
          </a:p>
          <a:p>
            <a:pPr indent="0" lvl="0" marL="0" marR="0" rtl="0" algn="just">
              <a:lnSpc>
                <a:spcPct val="50000"/>
              </a:lnSpc>
              <a:spcBef>
                <a:spcPts val="0"/>
              </a:spcBef>
              <a:spcAft>
                <a:spcPts val="0"/>
              </a:spcAft>
              <a:buNone/>
            </a:pPr>
            <a:r>
              <a:t/>
            </a:r>
            <a:endParaRPr b="0" i="0" sz="3000" u="none" cap="none" strike="noStrike">
              <a:solidFill>
                <a:srgbClr val="000000"/>
              </a:solidFill>
              <a:latin typeface="Arial"/>
              <a:ea typeface="Arial"/>
              <a:cs typeface="Arial"/>
              <a:sym typeface="Arial"/>
            </a:endParaRPr>
          </a:p>
          <a:p>
            <a:pPr indent="0" lvl="0" marL="0" marR="0" rtl="0" algn="just">
              <a:lnSpc>
                <a:spcPct val="131000"/>
              </a:lnSpc>
              <a:spcBef>
                <a:spcPts val="0"/>
              </a:spcBef>
              <a:spcAft>
                <a:spcPts val="0"/>
              </a:spcAft>
              <a:buNone/>
            </a:pPr>
            <a:r>
              <a:rPr b="0" i="0" lang="en-US" sz="3000" u="none" cap="none" strike="noStrike">
                <a:solidFill>
                  <a:srgbClr val="000000"/>
                </a:solidFill>
                <a:latin typeface="Arial"/>
                <a:ea typeface="Arial"/>
                <a:cs typeface="Arial"/>
                <a:sym typeface="Arial"/>
              </a:rPr>
              <a:t>(A) The convention was disorganized. </a:t>
            </a:r>
            <a:endParaRPr sz="3000"/>
          </a:p>
          <a:p>
            <a:pPr indent="0" lvl="0" marL="0" marR="0" rtl="0" algn="just">
              <a:lnSpc>
                <a:spcPct val="131000"/>
              </a:lnSpc>
              <a:spcBef>
                <a:spcPts val="0"/>
              </a:spcBef>
              <a:spcAft>
                <a:spcPts val="0"/>
              </a:spcAft>
              <a:buNone/>
            </a:pPr>
            <a:r>
              <a:rPr b="0" i="0" lang="en-US" sz="3000" u="none" cap="none" strike="noStrike">
                <a:solidFill>
                  <a:srgbClr val="000000"/>
                </a:solidFill>
                <a:latin typeface="Arial"/>
                <a:ea typeface="Arial"/>
                <a:cs typeface="Arial"/>
                <a:sym typeface="Arial"/>
              </a:rPr>
              <a:t>(B) She didn’t plan to attend the convention. </a:t>
            </a:r>
            <a:endParaRPr sz="3000"/>
          </a:p>
          <a:p>
            <a:pPr indent="0" lvl="0" marL="0" marR="0" rtl="0" algn="just">
              <a:lnSpc>
                <a:spcPct val="131000"/>
              </a:lnSpc>
              <a:spcBef>
                <a:spcPts val="0"/>
              </a:spcBef>
              <a:spcAft>
                <a:spcPts val="0"/>
              </a:spcAft>
              <a:buNone/>
            </a:pPr>
            <a:r>
              <a:rPr b="0" i="0" lang="en-US" sz="3000" u="none" cap="none" strike="noStrike">
                <a:solidFill>
                  <a:srgbClr val="000000"/>
                </a:solidFill>
                <a:latin typeface="Arial"/>
                <a:ea typeface="Arial"/>
                <a:cs typeface="Arial"/>
                <a:sym typeface="Arial"/>
              </a:rPr>
              <a:t>(C) She planned the conversation last week. </a:t>
            </a:r>
            <a:endParaRPr sz="3000"/>
          </a:p>
          <a:p>
            <a:pPr indent="0" lvl="0" marL="0" marR="0" rtl="0" algn="just">
              <a:lnSpc>
                <a:spcPct val="131000"/>
              </a:lnSpc>
              <a:spcBef>
                <a:spcPts val="0"/>
              </a:spcBef>
              <a:spcAft>
                <a:spcPts val="0"/>
              </a:spcAft>
              <a:buNone/>
            </a:pPr>
            <a:r>
              <a:rPr b="0" i="0" lang="en-US" sz="3000" u="none" cap="none" strike="noStrike">
                <a:solidFill>
                  <a:srgbClr val="000000"/>
                </a:solidFill>
                <a:latin typeface="Arial"/>
                <a:ea typeface="Arial"/>
                <a:cs typeface="Arial"/>
                <a:sym typeface="Arial"/>
              </a:rPr>
              <a:t>(D) She wasn’t pleased with the last week of the conversation.</a:t>
            </a:r>
            <a:endParaRPr sz="3000"/>
          </a:p>
          <a:p>
            <a:pPr indent="0" lvl="0" marL="0" marR="0" rtl="0" algn="just">
              <a:lnSpc>
                <a:spcPct val="131000"/>
              </a:lnSpc>
              <a:spcBef>
                <a:spcPts val="0"/>
              </a:spcBef>
              <a:spcAft>
                <a:spcPts val="0"/>
              </a:spcAft>
              <a:buNone/>
            </a:pPr>
            <a:r>
              <a:t/>
            </a:r>
            <a:endParaRPr b="0" i="0" sz="3000" u="none" cap="none" strike="noStrike">
              <a:solidFill>
                <a:srgbClr val="000000"/>
              </a:solidFill>
              <a:latin typeface="Arial"/>
              <a:ea typeface="Arial"/>
              <a:cs typeface="Arial"/>
              <a:sym typeface="Arial"/>
            </a:endParaRPr>
          </a:p>
          <a:p>
            <a:pPr indent="0" lvl="0" marL="0" marR="0" rtl="0" algn="just">
              <a:lnSpc>
                <a:spcPct val="131000"/>
              </a:lnSpc>
              <a:spcBef>
                <a:spcPts val="0"/>
              </a:spcBef>
              <a:spcAft>
                <a:spcPts val="0"/>
              </a:spcAft>
              <a:buNone/>
            </a:pPr>
            <a:r>
              <a:rPr b="0" i="0" lang="en-US" sz="3000" u="none" cap="none" strike="noStrike">
                <a:solidFill>
                  <a:srgbClr val="000000"/>
                </a:solidFill>
                <a:latin typeface="Arial"/>
                <a:ea typeface="Arial"/>
                <a:cs typeface="Arial"/>
                <a:sym typeface="Arial"/>
              </a:rPr>
              <a:t>(woman) Are you planning to go to college next year? </a:t>
            </a:r>
            <a:endParaRPr sz="3000"/>
          </a:p>
          <a:p>
            <a:pPr indent="0" lvl="0" marL="0" marR="0" rtl="0" algn="just">
              <a:lnSpc>
                <a:spcPct val="131000"/>
              </a:lnSpc>
              <a:spcBef>
                <a:spcPts val="0"/>
              </a:spcBef>
              <a:spcAft>
                <a:spcPts val="0"/>
              </a:spcAft>
              <a:buNone/>
            </a:pPr>
            <a:r>
              <a:rPr b="0" i="0" lang="en-US" sz="3000" u="none" cap="none" strike="noStrike">
                <a:solidFill>
                  <a:srgbClr val="000000"/>
                </a:solidFill>
                <a:latin typeface="Arial"/>
                <a:ea typeface="Arial"/>
                <a:cs typeface="Arial"/>
                <a:sym typeface="Arial"/>
              </a:rPr>
              <a:t>(man) I’m really unsure about the idea </a:t>
            </a:r>
            <a:endParaRPr sz="3000"/>
          </a:p>
          <a:p>
            <a:pPr indent="0" lvl="0" marL="0" marR="0" rtl="0" algn="just">
              <a:lnSpc>
                <a:spcPct val="131000"/>
              </a:lnSpc>
              <a:spcBef>
                <a:spcPts val="0"/>
              </a:spcBef>
              <a:spcAft>
                <a:spcPts val="0"/>
              </a:spcAft>
              <a:buNone/>
            </a:pPr>
            <a:r>
              <a:rPr b="0" i="0" lang="en-US" sz="3000" u="none" cap="none" strike="noStrike">
                <a:solidFill>
                  <a:srgbClr val="000000"/>
                </a:solidFill>
                <a:latin typeface="Arial"/>
                <a:ea typeface="Arial"/>
                <a:cs typeface="Arial"/>
                <a:sym typeface="Arial"/>
              </a:rPr>
              <a:t>(narrator) What does the man mean? </a:t>
            </a:r>
            <a:endParaRPr sz="3000"/>
          </a:p>
          <a:p>
            <a:pPr indent="0" lvl="0" marL="0" marR="0" rtl="0" algn="just">
              <a:lnSpc>
                <a:spcPct val="50000"/>
              </a:lnSpc>
              <a:spcBef>
                <a:spcPts val="0"/>
              </a:spcBef>
              <a:spcAft>
                <a:spcPts val="0"/>
              </a:spcAft>
              <a:buNone/>
            </a:pPr>
            <a:r>
              <a:t/>
            </a:r>
            <a:endParaRPr b="0" i="0" sz="3000" u="none" cap="none" strike="noStrike">
              <a:solidFill>
                <a:srgbClr val="000000"/>
              </a:solidFill>
              <a:latin typeface="Arial"/>
              <a:ea typeface="Arial"/>
              <a:cs typeface="Arial"/>
              <a:sym typeface="Arial"/>
            </a:endParaRPr>
          </a:p>
          <a:p>
            <a:pPr indent="0" lvl="0" marL="0" marR="0" rtl="0" algn="just">
              <a:lnSpc>
                <a:spcPct val="131000"/>
              </a:lnSpc>
              <a:spcBef>
                <a:spcPts val="0"/>
              </a:spcBef>
              <a:spcAft>
                <a:spcPts val="0"/>
              </a:spcAft>
              <a:buNone/>
            </a:pPr>
            <a:r>
              <a:rPr b="0" i="0" lang="en-US" sz="3000" u="none" cap="none" strike="noStrike">
                <a:solidFill>
                  <a:srgbClr val="000000"/>
                </a:solidFill>
                <a:latin typeface="Arial"/>
                <a:ea typeface="Arial"/>
                <a:cs typeface="Arial"/>
                <a:sym typeface="Arial"/>
              </a:rPr>
              <a:t>(A) He definitely wants to go to college </a:t>
            </a:r>
            <a:endParaRPr sz="3000"/>
          </a:p>
          <a:p>
            <a:pPr indent="0" lvl="0" marL="0" marR="0" rtl="0" algn="just">
              <a:lnSpc>
                <a:spcPct val="131000"/>
              </a:lnSpc>
              <a:spcBef>
                <a:spcPts val="0"/>
              </a:spcBef>
              <a:spcAft>
                <a:spcPts val="0"/>
              </a:spcAft>
              <a:buNone/>
            </a:pPr>
            <a:r>
              <a:rPr b="0" i="0" lang="en-US" sz="3000" u="none" cap="none" strike="noStrike">
                <a:solidFill>
                  <a:srgbClr val="000000"/>
                </a:solidFill>
                <a:latin typeface="Arial"/>
                <a:ea typeface="Arial"/>
                <a:cs typeface="Arial"/>
                <a:sym typeface="Arial"/>
              </a:rPr>
              <a:t>(B) He is certain about his plans </a:t>
            </a:r>
            <a:endParaRPr sz="3000"/>
          </a:p>
          <a:p>
            <a:pPr indent="0" lvl="0" marL="0" marR="0" rtl="0" algn="just">
              <a:lnSpc>
                <a:spcPct val="131000"/>
              </a:lnSpc>
              <a:spcBef>
                <a:spcPts val="0"/>
              </a:spcBef>
              <a:spcAft>
                <a:spcPts val="0"/>
              </a:spcAft>
              <a:buNone/>
            </a:pPr>
            <a:r>
              <a:rPr b="0" i="0" lang="en-US" sz="3000" u="none" cap="none" strike="noStrike">
                <a:solidFill>
                  <a:srgbClr val="000000"/>
                </a:solidFill>
                <a:latin typeface="Arial"/>
                <a:ea typeface="Arial"/>
                <a:cs typeface="Arial"/>
                <a:sym typeface="Arial"/>
              </a:rPr>
              <a:t>(C) He’s hesitant about attending college </a:t>
            </a:r>
            <a:endParaRPr sz="3000"/>
          </a:p>
          <a:p>
            <a:pPr indent="0" lvl="0" marL="0" marR="0" rtl="0" algn="just">
              <a:lnSpc>
                <a:spcPct val="131000"/>
              </a:lnSpc>
              <a:spcBef>
                <a:spcPts val="0"/>
              </a:spcBef>
              <a:spcAft>
                <a:spcPts val="0"/>
              </a:spcAft>
              <a:buNone/>
            </a:pPr>
            <a:r>
              <a:rPr b="0" i="0" lang="en-US" sz="3000" u="none" cap="none" strike="noStrike">
                <a:solidFill>
                  <a:srgbClr val="000000"/>
                </a:solidFill>
                <a:latin typeface="Arial"/>
                <a:ea typeface="Arial"/>
                <a:cs typeface="Arial"/>
                <a:sym typeface="Arial"/>
              </a:rPr>
              <a:t>(D) His idea is to go to college </a:t>
            </a:r>
            <a:endParaRPr sz="3000"/>
          </a:p>
        </p:txBody>
      </p:sp>
      <p:sp>
        <p:nvSpPr>
          <p:cNvPr id="168" name="Google Shape;168;p6"/>
          <p:cNvSpPr txBox="1"/>
          <p:nvPr/>
        </p:nvSpPr>
        <p:spPr>
          <a:xfrm>
            <a:off x="678917" y="498404"/>
            <a:ext cx="786900" cy="461700"/>
          </a:xfrm>
          <a:prstGeom prst="rect">
            <a:avLst/>
          </a:prstGeom>
          <a:noFill/>
          <a:ln>
            <a:noFill/>
          </a:ln>
        </p:spPr>
        <p:txBody>
          <a:bodyPr anchorCtr="0" anchor="t" bIns="0" lIns="0" spcFirstLastPara="1" rIns="0" wrap="square" tIns="0">
            <a:spAutoFit/>
          </a:bodyPr>
          <a:lstStyle/>
          <a:p>
            <a:pPr indent="0" lvl="0" marL="0" marR="0" rtl="0" algn="just">
              <a:lnSpc>
                <a:spcPct val="131000"/>
              </a:lnSpc>
              <a:spcBef>
                <a:spcPts val="0"/>
              </a:spcBef>
              <a:spcAft>
                <a:spcPts val="0"/>
              </a:spcAft>
              <a:buNone/>
            </a:pPr>
            <a:r>
              <a:rPr b="0" i="0" lang="en-US" sz="3000" u="none" cap="none" strike="noStrike">
                <a:solidFill>
                  <a:srgbClr val="000000"/>
                </a:solidFill>
                <a:latin typeface="Arial"/>
                <a:ea typeface="Arial"/>
                <a:cs typeface="Arial"/>
                <a:sym typeface="Arial"/>
              </a:rPr>
              <a:t>2. </a:t>
            </a:r>
            <a:endParaRPr sz="3000"/>
          </a:p>
        </p:txBody>
      </p:sp>
      <p:sp>
        <p:nvSpPr>
          <p:cNvPr id="169" name="Google Shape;169;p6"/>
          <p:cNvSpPr txBox="1"/>
          <p:nvPr/>
        </p:nvSpPr>
        <p:spPr>
          <a:xfrm>
            <a:off x="678917" y="5541112"/>
            <a:ext cx="786900" cy="461700"/>
          </a:xfrm>
          <a:prstGeom prst="rect">
            <a:avLst/>
          </a:prstGeom>
          <a:noFill/>
          <a:ln>
            <a:noFill/>
          </a:ln>
        </p:spPr>
        <p:txBody>
          <a:bodyPr anchorCtr="0" anchor="t" bIns="0" lIns="0" spcFirstLastPara="1" rIns="0" wrap="square" tIns="0">
            <a:spAutoFit/>
          </a:bodyPr>
          <a:lstStyle/>
          <a:p>
            <a:pPr indent="0" lvl="0" marL="0" marR="0" rtl="0" algn="just">
              <a:lnSpc>
                <a:spcPct val="131000"/>
              </a:lnSpc>
              <a:spcBef>
                <a:spcPts val="0"/>
              </a:spcBef>
              <a:spcAft>
                <a:spcPts val="0"/>
              </a:spcAft>
              <a:buNone/>
            </a:pPr>
            <a:r>
              <a:rPr b="0" i="0" lang="en-US" sz="3000" u="none" cap="none" strike="noStrike">
                <a:solidFill>
                  <a:srgbClr val="000000"/>
                </a:solidFill>
                <a:latin typeface="Arial"/>
                <a:ea typeface="Arial"/>
                <a:cs typeface="Arial"/>
                <a:sym typeface="Arial"/>
              </a:rPr>
              <a:t>3. </a:t>
            </a:r>
            <a:endParaRPr sz="30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7"/>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202" r="-2201" t="0"/>
            </a:stretch>
          </a:blipFill>
          <a:ln>
            <a:noFill/>
          </a:ln>
        </p:spPr>
      </p:sp>
      <p:grpSp>
        <p:nvGrpSpPr>
          <p:cNvPr id="175" name="Google Shape;175;p7"/>
          <p:cNvGrpSpPr/>
          <p:nvPr/>
        </p:nvGrpSpPr>
        <p:grpSpPr>
          <a:xfrm>
            <a:off x="1812826" y="127971"/>
            <a:ext cx="14662349" cy="1184983"/>
            <a:chOff x="0" y="-28575"/>
            <a:chExt cx="3457621" cy="279438"/>
          </a:xfrm>
        </p:grpSpPr>
        <p:sp>
          <p:nvSpPr>
            <p:cNvPr id="176" name="Google Shape;176;p7"/>
            <p:cNvSpPr/>
            <p:nvPr/>
          </p:nvSpPr>
          <p:spPr>
            <a:xfrm>
              <a:off x="0" y="0"/>
              <a:ext cx="3457621" cy="250863"/>
            </a:xfrm>
            <a:custGeom>
              <a:rect b="b" l="l" r="r" t="t"/>
              <a:pathLst>
                <a:path extrusionOk="0" h="250863" w="3457621">
                  <a:moveTo>
                    <a:pt x="0" y="0"/>
                  </a:moveTo>
                  <a:lnTo>
                    <a:pt x="3457621" y="0"/>
                  </a:lnTo>
                  <a:lnTo>
                    <a:pt x="3457621" y="250863"/>
                  </a:lnTo>
                  <a:lnTo>
                    <a:pt x="0" y="250863"/>
                  </a:lnTo>
                  <a:close/>
                </a:path>
              </a:pathLst>
            </a:custGeom>
            <a:gradFill>
              <a:gsLst>
                <a:gs pos="0">
                  <a:srgbClr val="0C2756"/>
                </a:gs>
                <a:gs pos="50000">
                  <a:srgbClr val="1D629A"/>
                </a:gs>
                <a:gs pos="100000">
                  <a:srgbClr val="0C2756"/>
                </a:gs>
              </a:gsLst>
              <a:lin ang="0" scaled="0"/>
            </a:gradFill>
            <a:ln>
              <a:noFill/>
            </a:ln>
          </p:spPr>
        </p:sp>
        <p:sp>
          <p:nvSpPr>
            <p:cNvPr id="177" name="Google Shape;177;p7"/>
            <p:cNvSpPr txBox="1"/>
            <p:nvPr/>
          </p:nvSpPr>
          <p:spPr>
            <a:xfrm>
              <a:off x="0" y="-28575"/>
              <a:ext cx="3457621" cy="279438"/>
            </a:xfrm>
            <a:prstGeom prst="rect">
              <a:avLst/>
            </a:prstGeom>
            <a:noFill/>
            <a:ln>
              <a:noFill/>
            </a:ln>
          </p:spPr>
          <p:txBody>
            <a:bodyPr anchorCtr="0" anchor="ctr" bIns="56725" lIns="56725" spcFirstLastPara="1" rIns="56725" wrap="square" tIns="56725">
              <a:noAutofit/>
            </a:bodyPr>
            <a:lstStyle/>
            <a:p>
              <a:pPr indent="0" lvl="0" marL="0" marR="0" rtl="0" algn="ctr">
                <a:lnSpc>
                  <a:spcPct val="1181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78" name="Google Shape;178;p7"/>
          <p:cNvSpPr txBox="1"/>
          <p:nvPr/>
        </p:nvSpPr>
        <p:spPr>
          <a:xfrm>
            <a:off x="2788261" y="490827"/>
            <a:ext cx="12711479" cy="542347"/>
          </a:xfrm>
          <a:prstGeom prst="rect">
            <a:avLst/>
          </a:prstGeom>
          <a:noFill/>
          <a:ln>
            <a:noFill/>
          </a:ln>
        </p:spPr>
        <p:txBody>
          <a:bodyPr anchorCtr="0" anchor="t" bIns="0" lIns="0" spcFirstLastPara="1" rIns="0" wrap="square" tIns="0">
            <a:spAutoFit/>
          </a:bodyPr>
          <a:lstStyle/>
          <a:p>
            <a:pPr indent="0" lvl="0" marL="0" marR="0" rtl="0" algn="ctr">
              <a:lnSpc>
                <a:spcPct val="104000"/>
              </a:lnSpc>
              <a:spcBef>
                <a:spcPts val="0"/>
              </a:spcBef>
              <a:spcAft>
                <a:spcPts val="0"/>
              </a:spcAft>
              <a:buNone/>
            </a:pPr>
            <a:r>
              <a:rPr b="1" i="0" lang="en-US" sz="3350" u="none" cap="none" strike="noStrike">
                <a:solidFill>
                  <a:srgbClr val="FFFFFF"/>
                </a:solidFill>
                <a:latin typeface="Arial"/>
                <a:ea typeface="Arial"/>
                <a:cs typeface="Arial"/>
                <a:sym typeface="Arial"/>
              </a:rPr>
              <a:t>TOEFL EXERCISE 7</a:t>
            </a:r>
            <a:endParaRPr/>
          </a:p>
        </p:txBody>
      </p:sp>
      <p:grpSp>
        <p:nvGrpSpPr>
          <p:cNvPr id="179" name="Google Shape;179;p7"/>
          <p:cNvGrpSpPr/>
          <p:nvPr/>
        </p:nvGrpSpPr>
        <p:grpSpPr>
          <a:xfrm>
            <a:off x="756255" y="1890409"/>
            <a:ext cx="17192108" cy="7953289"/>
            <a:chOff x="0" y="-133350"/>
            <a:chExt cx="22922810" cy="10604385"/>
          </a:xfrm>
        </p:grpSpPr>
        <p:sp>
          <p:nvSpPr>
            <p:cNvPr id="180" name="Google Shape;180;p7"/>
            <p:cNvSpPr txBox="1"/>
            <p:nvPr/>
          </p:nvSpPr>
          <p:spPr>
            <a:xfrm>
              <a:off x="0" y="-133350"/>
              <a:ext cx="22367400" cy="3969900"/>
            </a:xfrm>
            <a:prstGeom prst="rect">
              <a:avLst/>
            </a:prstGeom>
            <a:noFill/>
            <a:ln>
              <a:noFill/>
            </a:ln>
          </p:spPr>
          <p:txBody>
            <a:bodyPr anchorCtr="0" anchor="t" bIns="0" lIns="0" spcFirstLastPara="1" rIns="0" wrap="square" tIns="0">
              <a:spAutoFit/>
            </a:bodyPr>
            <a:lstStyle/>
            <a:p>
              <a:pPr indent="0" lvl="0" marL="0" marR="0" rtl="0" algn="just">
                <a:lnSpc>
                  <a:spcPct val="131000"/>
                </a:lnSpc>
                <a:spcBef>
                  <a:spcPts val="0"/>
                </a:spcBef>
                <a:spcAft>
                  <a:spcPts val="0"/>
                </a:spcAft>
                <a:buNone/>
              </a:pPr>
              <a:r>
                <a:rPr b="0" i="0" lang="en-US" sz="3100" u="none" cap="none" strike="noStrike">
                  <a:solidFill>
                    <a:srgbClr val="000000"/>
                  </a:solidFill>
                  <a:latin typeface="Arial"/>
                  <a:ea typeface="Arial"/>
                  <a:cs typeface="Arial"/>
                  <a:sym typeface="Arial"/>
                </a:rPr>
                <a:t>In this exercise, listen carefully to each short dialogue and question on the recording, and then choose the best answer to the question. You should be particularly careful of negative expressions. </a:t>
              </a:r>
              <a:r>
                <a:rPr b="0" i="0" lang="en-US" sz="3100" u="none" cap="none" strike="noStrike">
                  <a:solidFill>
                    <a:srgbClr val="FF3131"/>
                  </a:solidFill>
                  <a:latin typeface="Arial"/>
                  <a:ea typeface="Arial"/>
                  <a:cs typeface="Arial"/>
                  <a:sym typeface="Arial"/>
                </a:rPr>
                <a:t>Toefl Exercise 7.wav  </a:t>
              </a:r>
              <a:endParaRPr sz="3100"/>
            </a:p>
            <a:p>
              <a:pPr indent="0" lvl="0" marL="0" marR="0" rtl="0" algn="just">
                <a:lnSpc>
                  <a:spcPct val="131000"/>
                </a:lnSpc>
                <a:spcBef>
                  <a:spcPts val="0"/>
                </a:spcBef>
                <a:spcAft>
                  <a:spcPts val="0"/>
                </a:spcAft>
                <a:buNone/>
              </a:pPr>
              <a:r>
                <a:t/>
              </a:r>
              <a:endParaRPr b="0" i="0" sz="3100" u="none" cap="none" strike="noStrike">
                <a:solidFill>
                  <a:srgbClr val="FF3131"/>
                </a:solidFill>
                <a:latin typeface="Arial"/>
                <a:ea typeface="Arial"/>
                <a:cs typeface="Arial"/>
                <a:sym typeface="Arial"/>
              </a:endParaRPr>
            </a:p>
            <a:p>
              <a:pPr indent="0" lvl="0" marL="0" marR="0" rtl="0" algn="just">
                <a:lnSpc>
                  <a:spcPct val="131000"/>
                </a:lnSpc>
                <a:spcBef>
                  <a:spcPts val="0"/>
                </a:spcBef>
                <a:spcAft>
                  <a:spcPts val="0"/>
                </a:spcAft>
                <a:buNone/>
              </a:pPr>
              <a:r>
                <a:rPr b="0" i="0" lang="en-US" sz="3100" u="none" cap="none" strike="noStrike">
                  <a:solidFill>
                    <a:srgbClr val="000000"/>
                  </a:solidFill>
                  <a:latin typeface="Arial"/>
                  <a:ea typeface="Arial"/>
                  <a:cs typeface="Arial"/>
                  <a:sym typeface="Arial"/>
                </a:rPr>
                <a:t>1. </a:t>
              </a:r>
              <a:endParaRPr sz="3100"/>
            </a:p>
          </p:txBody>
        </p:sp>
        <p:sp>
          <p:nvSpPr>
            <p:cNvPr id="181" name="Google Shape;181;p7"/>
            <p:cNvSpPr txBox="1"/>
            <p:nvPr/>
          </p:nvSpPr>
          <p:spPr>
            <a:xfrm>
              <a:off x="555410" y="3167235"/>
              <a:ext cx="22367400" cy="7303800"/>
            </a:xfrm>
            <a:prstGeom prst="rect">
              <a:avLst/>
            </a:prstGeom>
            <a:noFill/>
            <a:ln>
              <a:noFill/>
            </a:ln>
          </p:spPr>
          <p:txBody>
            <a:bodyPr anchorCtr="0" anchor="t" bIns="0" lIns="0" spcFirstLastPara="1" rIns="0" wrap="square" tIns="0">
              <a:spAutoFit/>
            </a:bodyPr>
            <a:lstStyle/>
            <a:p>
              <a:pPr indent="0" lvl="0" marL="0" marR="0" rtl="0" algn="just">
                <a:lnSpc>
                  <a:spcPct val="131000"/>
                </a:lnSpc>
                <a:spcBef>
                  <a:spcPts val="0"/>
                </a:spcBef>
                <a:spcAft>
                  <a:spcPts val="0"/>
                </a:spcAft>
                <a:buNone/>
              </a:pPr>
              <a:r>
                <a:rPr lang="en-US" sz="3100"/>
                <a:t>(</a:t>
              </a:r>
              <a:r>
                <a:rPr b="0" i="0" lang="en-US" sz="3100" u="none" cap="none" strike="noStrike">
                  <a:solidFill>
                    <a:srgbClr val="000000"/>
                  </a:solidFill>
                  <a:latin typeface="Arial"/>
                  <a:ea typeface="Arial"/>
                  <a:cs typeface="Arial"/>
                  <a:sym typeface="Arial"/>
                </a:rPr>
                <a:t>A) She is very busy </a:t>
              </a:r>
              <a:endParaRPr sz="3100"/>
            </a:p>
            <a:p>
              <a:pPr indent="0" lvl="0" marL="0" marR="0" rtl="0" algn="just">
                <a:lnSpc>
                  <a:spcPct val="131000"/>
                </a:lnSpc>
                <a:spcBef>
                  <a:spcPts val="0"/>
                </a:spcBef>
                <a:spcAft>
                  <a:spcPts val="0"/>
                </a:spcAft>
                <a:buNone/>
              </a:pPr>
              <a:r>
                <a:rPr b="0" i="0" lang="en-US" sz="3100" u="none" cap="none" strike="noStrike">
                  <a:solidFill>
                    <a:srgbClr val="000000"/>
                  </a:solidFill>
                  <a:latin typeface="Arial"/>
                  <a:ea typeface="Arial"/>
                  <a:cs typeface="Arial"/>
                  <a:sym typeface="Arial"/>
                </a:rPr>
                <a:t>(B) She has lots free time </a:t>
              </a:r>
              <a:endParaRPr sz="3100"/>
            </a:p>
            <a:p>
              <a:pPr indent="0" lvl="0" marL="0" marR="0" rtl="0" algn="just">
                <a:lnSpc>
                  <a:spcPct val="131000"/>
                </a:lnSpc>
                <a:spcBef>
                  <a:spcPts val="0"/>
                </a:spcBef>
                <a:spcAft>
                  <a:spcPts val="0"/>
                </a:spcAft>
                <a:buNone/>
              </a:pPr>
              <a:r>
                <a:rPr b="0" i="0" lang="en-US" sz="3100" u="none" cap="none" strike="noStrike">
                  <a:solidFill>
                    <a:srgbClr val="000000"/>
                  </a:solidFill>
                  <a:latin typeface="Arial"/>
                  <a:ea typeface="Arial"/>
                  <a:cs typeface="Arial"/>
                  <a:sym typeface="Arial"/>
                </a:rPr>
                <a:t>(C) It is not necessary to take out the trash </a:t>
              </a:r>
              <a:endParaRPr sz="3100"/>
            </a:p>
            <a:p>
              <a:pPr indent="0" lvl="0" marL="0" marR="0" rtl="0" algn="just">
                <a:lnSpc>
                  <a:spcPct val="131000"/>
                </a:lnSpc>
                <a:spcBef>
                  <a:spcPts val="0"/>
                </a:spcBef>
                <a:spcAft>
                  <a:spcPts val="0"/>
                </a:spcAft>
                <a:buNone/>
              </a:pPr>
              <a:r>
                <a:rPr b="0" i="0" lang="en-US" sz="3100" u="none" cap="none" strike="noStrike">
                  <a:solidFill>
                    <a:srgbClr val="000000"/>
                  </a:solidFill>
                  <a:latin typeface="Arial"/>
                  <a:ea typeface="Arial"/>
                  <a:cs typeface="Arial"/>
                  <a:sym typeface="Arial"/>
                </a:rPr>
                <a:t>(D) She will do it if she has time </a:t>
              </a:r>
              <a:endParaRPr sz="3100"/>
            </a:p>
            <a:p>
              <a:pPr indent="0" lvl="0" marL="0" marR="0" rtl="0" algn="just">
                <a:lnSpc>
                  <a:spcPct val="131000"/>
                </a:lnSpc>
                <a:spcBef>
                  <a:spcPts val="0"/>
                </a:spcBef>
                <a:spcAft>
                  <a:spcPts val="0"/>
                </a:spcAft>
                <a:buNone/>
              </a:pPr>
              <a:r>
                <a:t/>
              </a:r>
              <a:endParaRPr b="0" i="0" sz="3100" u="none" cap="none" strike="noStrike">
                <a:solidFill>
                  <a:srgbClr val="000000"/>
                </a:solidFill>
                <a:latin typeface="Arial"/>
                <a:ea typeface="Arial"/>
                <a:cs typeface="Arial"/>
                <a:sym typeface="Arial"/>
              </a:endParaRPr>
            </a:p>
            <a:p>
              <a:pPr indent="0" lvl="0" marL="0" marR="0" rtl="0" algn="just">
                <a:lnSpc>
                  <a:spcPct val="131000"/>
                </a:lnSpc>
                <a:spcBef>
                  <a:spcPts val="0"/>
                </a:spcBef>
                <a:spcAft>
                  <a:spcPts val="0"/>
                </a:spcAft>
                <a:buNone/>
              </a:pPr>
              <a:r>
                <a:rPr b="0" i="0" lang="en-US" sz="3100" u="none" cap="none" strike="noStrike">
                  <a:solidFill>
                    <a:srgbClr val="000000"/>
                  </a:solidFill>
                  <a:latin typeface="Arial"/>
                  <a:ea typeface="Arial"/>
                  <a:cs typeface="Arial"/>
                  <a:sym typeface="Arial"/>
                </a:rPr>
                <a:t>(A) The interview is very important </a:t>
              </a:r>
              <a:endParaRPr sz="3100"/>
            </a:p>
            <a:p>
              <a:pPr indent="0" lvl="0" marL="0" marR="0" rtl="0" algn="just">
                <a:lnSpc>
                  <a:spcPct val="131000"/>
                </a:lnSpc>
                <a:spcBef>
                  <a:spcPts val="0"/>
                </a:spcBef>
                <a:spcAft>
                  <a:spcPts val="0"/>
                </a:spcAft>
                <a:buNone/>
              </a:pPr>
              <a:r>
                <a:rPr b="0" i="0" lang="en-US" sz="3100" u="none" cap="none" strike="noStrike">
                  <a:solidFill>
                    <a:srgbClr val="000000"/>
                  </a:solidFill>
                  <a:latin typeface="Arial"/>
                  <a:ea typeface="Arial"/>
                  <a:cs typeface="Arial"/>
                  <a:sym typeface="Arial"/>
                </a:rPr>
                <a:t>(B) He is worried about the interview </a:t>
              </a:r>
              <a:endParaRPr sz="3100"/>
            </a:p>
            <a:p>
              <a:pPr indent="0" lvl="0" marL="0" marR="0" rtl="0" algn="just">
                <a:lnSpc>
                  <a:spcPct val="131000"/>
                </a:lnSpc>
                <a:spcBef>
                  <a:spcPts val="0"/>
                </a:spcBef>
                <a:spcAft>
                  <a:spcPts val="0"/>
                </a:spcAft>
                <a:buNone/>
              </a:pPr>
              <a:r>
                <a:rPr b="0" i="0" lang="en-US" sz="3100" u="none" cap="none" strike="noStrike">
                  <a:solidFill>
                    <a:srgbClr val="000000"/>
                  </a:solidFill>
                  <a:latin typeface="Arial"/>
                  <a:ea typeface="Arial"/>
                  <a:cs typeface="Arial"/>
                  <a:sym typeface="Arial"/>
                </a:rPr>
                <a:t>(C) What he’s wearing to the interview is important </a:t>
              </a:r>
              <a:endParaRPr sz="3100"/>
            </a:p>
            <a:p>
              <a:pPr indent="0" lvl="0" marL="0" marR="0" rtl="0" algn="just">
                <a:lnSpc>
                  <a:spcPct val="131000"/>
                </a:lnSpc>
                <a:spcBef>
                  <a:spcPts val="0"/>
                </a:spcBef>
                <a:spcAft>
                  <a:spcPts val="0"/>
                </a:spcAft>
                <a:buNone/>
              </a:pPr>
              <a:r>
                <a:rPr b="0" i="0" lang="en-US" sz="3100" u="none" cap="none" strike="noStrike">
                  <a:solidFill>
                    <a:srgbClr val="000000"/>
                  </a:solidFill>
                  <a:latin typeface="Arial"/>
                  <a:ea typeface="Arial"/>
                  <a:cs typeface="Arial"/>
                  <a:sym typeface="Arial"/>
                </a:rPr>
                <a:t>(D) He is not concerned about the interview</a:t>
              </a:r>
              <a:endParaRPr sz="3100"/>
            </a:p>
          </p:txBody>
        </p:sp>
      </p:grpSp>
      <p:sp>
        <p:nvSpPr>
          <p:cNvPr id="182" name="Google Shape;182;p7"/>
          <p:cNvSpPr txBox="1"/>
          <p:nvPr/>
        </p:nvSpPr>
        <p:spPr>
          <a:xfrm>
            <a:off x="746730" y="7486115"/>
            <a:ext cx="423300" cy="477300"/>
          </a:xfrm>
          <a:prstGeom prst="rect">
            <a:avLst/>
          </a:prstGeom>
          <a:noFill/>
          <a:ln>
            <a:noFill/>
          </a:ln>
        </p:spPr>
        <p:txBody>
          <a:bodyPr anchorCtr="0" anchor="t" bIns="0" lIns="0" spcFirstLastPara="1" rIns="0" wrap="square" tIns="0">
            <a:spAutoFit/>
          </a:bodyPr>
          <a:lstStyle/>
          <a:p>
            <a:pPr indent="0" lvl="0" marL="0" marR="0" rtl="0" algn="just">
              <a:lnSpc>
                <a:spcPct val="131000"/>
              </a:lnSpc>
              <a:spcBef>
                <a:spcPts val="0"/>
              </a:spcBef>
              <a:spcAft>
                <a:spcPts val="0"/>
              </a:spcAft>
              <a:buNone/>
            </a:pPr>
            <a:r>
              <a:rPr b="0" i="0" lang="en-US" sz="3100" u="none" cap="none" strike="noStrike">
                <a:solidFill>
                  <a:srgbClr val="050056"/>
                </a:solidFill>
                <a:latin typeface="Arial"/>
                <a:ea typeface="Arial"/>
                <a:cs typeface="Arial"/>
                <a:sym typeface="Arial"/>
              </a:rPr>
              <a:t>2. </a:t>
            </a:r>
            <a:endParaRPr sz="31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8"/>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202" r="-2201" t="0"/>
            </a:stretch>
          </a:blipFill>
          <a:ln>
            <a:noFill/>
          </a:ln>
        </p:spPr>
      </p:sp>
      <p:grpSp>
        <p:nvGrpSpPr>
          <p:cNvPr id="188" name="Google Shape;188;p8"/>
          <p:cNvGrpSpPr/>
          <p:nvPr/>
        </p:nvGrpSpPr>
        <p:grpSpPr>
          <a:xfrm>
            <a:off x="962253" y="280766"/>
            <a:ext cx="11071405" cy="9765674"/>
            <a:chOff x="0" y="-123825"/>
            <a:chExt cx="14761874" cy="13020900"/>
          </a:xfrm>
        </p:grpSpPr>
        <p:sp>
          <p:nvSpPr>
            <p:cNvPr id="189" name="Google Shape;189;p8"/>
            <p:cNvSpPr txBox="1"/>
            <p:nvPr/>
          </p:nvSpPr>
          <p:spPr>
            <a:xfrm>
              <a:off x="495674" y="-123825"/>
              <a:ext cx="14266200" cy="13020900"/>
            </a:xfrm>
            <a:prstGeom prst="rect">
              <a:avLst/>
            </a:prstGeom>
            <a:noFill/>
            <a:ln>
              <a:noFill/>
            </a:ln>
          </p:spPr>
          <p:txBody>
            <a:bodyPr anchorCtr="0" anchor="t" bIns="0" lIns="0" spcFirstLastPara="1" rIns="0" wrap="square" tIns="0">
              <a:spAutoFit/>
            </a:bodyPr>
            <a:lstStyle/>
            <a:p>
              <a:pPr indent="0" lvl="0" marL="0" marR="0" rtl="0" algn="just">
                <a:lnSpc>
                  <a:spcPct val="130009"/>
                </a:lnSpc>
                <a:spcBef>
                  <a:spcPts val="0"/>
                </a:spcBef>
                <a:spcAft>
                  <a:spcPts val="0"/>
                </a:spcAft>
                <a:buNone/>
              </a:pPr>
              <a:r>
                <a:rPr b="0" i="0" lang="en-US" sz="2600" u="none" cap="none" strike="noStrike">
                  <a:solidFill>
                    <a:srgbClr val="000000"/>
                  </a:solidFill>
                  <a:latin typeface="Arial"/>
                  <a:ea typeface="Arial"/>
                  <a:cs typeface="Arial"/>
                  <a:sym typeface="Arial"/>
                </a:rPr>
                <a:t>(A) He has almost all the notes</a:t>
              </a:r>
              <a:endParaRPr sz="2600"/>
            </a:p>
            <a:p>
              <a:pPr indent="0" lvl="0" marL="0" marR="0" rtl="0" algn="just">
                <a:lnSpc>
                  <a:spcPct val="130009"/>
                </a:lnSpc>
                <a:spcBef>
                  <a:spcPts val="0"/>
                </a:spcBef>
                <a:spcAft>
                  <a:spcPts val="0"/>
                </a:spcAft>
                <a:buNone/>
              </a:pPr>
              <a:r>
                <a:rPr b="0" i="0" lang="en-US" sz="2600" u="none" cap="none" strike="noStrike">
                  <a:solidFill>
                    <a:srgbClr val="000000"/>
                  </a:solidFill>
                  <a:latin typeface="Arial"/>
                  <a:ea typeface="Arial"/>
                  <a:cs typeface="Arial"/>
                  <a:sym typeface="Arial"/>
                </a:rPr>
                <a:t>(B) His attendance was perfect </a:t>
              </a:r>
              <a:endParaRPr sz="2600"/>
            </a:p>
            <a:p>
              <a:pPr indent="0" lvl="0" marL="0" marR="0" rtl="0" algn="just">
                <a:lnSpc>
                  <a:spcPct val="130009"/>
                </a:lnSpc>
                <a:spcBef>
                  <a:spcPts val="0"/>
                </a:spcBef>
                <a:spcAft>
                  <a:spcPts val="0"/>
                </a:spcAft>
                <a:buNone/>
              </a:pPr>
              <a:r>
                <a:rPr b="0" i="0" lang="en-US" sz="2600" u="none" cap="none" strike="noStrike">
                  <a:solidFill>
                    <a:srgbClr val="000000"/>
                  </a:solidFill>
                  <a:latin typeface="Arial"/>
                  <a:ea typeface="Arial"/>
                  <a:cs typeface="Arial"/>
                  <a:sym typeface="Arial"/>
                </a:rPr>
                <a:t>(C) He went to all the lectures but one </a:t>
              </a:r>
              <a:endParaRPr sz="2600"/>
            </a:p>
            <a:p>
              <a:pPr indent="0" lvl="0" marL="0" marR="0" rtl="0" algn="just">
                <a:lnSpc>
                  <a:spcPct val="130009"/>
                </a:lnSpc>
                <a:spcBef>
                  <a:spcPts val="0"/>
                </a:spcBef>
                <a:spcAft>
                  <a:spcPts val="0"/>
                </a:spcAft>
                <a:buNone/>
              </a:pPr>
              <a:r>
                <a:rPr b="0" i="0" lang="en-US" sz="2600" u="none" cap="none" strike="noStrike">
                  <a:solidFill>
                    <a:srgbClr val="000000"/>
                  </a:solidFill>
                  <a:latin typeface="Arial"/>
                  <a:ea typeface="Arial"/>
                  <a:cs typeface="Arial"/>
                  <a:sym typeface="Arial"/>
                </a:rPr>
                <a:t>(D) He missed more than one psychology class </a:t>
              </a:r>
              <a:endParaRPr sz="2600"/>
            </a:p>
            <a:p>
              <a:pPr indent="0" lvl="0" marL="0" marR="0" rtl="0" algn="just">
                <a:lnSpc>
                  <a:spcPct val="130009"/>
                </a:lnSpc>
                <a:spcBef>
                  <a:spcPts val="0"/>
                </a:spcBef>
                <a:spcAft>
                  <a:spcPts val="0"/>
                </a:spcAft>
                <a:buNone/>
              </a:pPr>
              <a:r>
                <a:t/>
              </a:r>
              <a:endParaRPr b="0" i="0" sz="2600" u="none" cap="none" strike="noStrike">
                <a:solidFill>
                  <a:srgbClr val="000000"/>
                </a:solidFill>
                <a:latin typeface="Arial"/>
                <a:ea typeface="Arial"/>
                <a:cs typeface="Arial"/>
                <a:sym typeface="Arial"/>
              </a:endParaRPr>
            </a:p>
            <a:p>
              <a:pPr indent="0" lvl="0" marL="0" marR="0" rtl="0" algn="just">
                <a:lnSpc>
                  <a:spcPct val="130009"/>
                </a:lnSpc>
                <a:spcBef>
                  <a:spcPts val="0"/>
                </a:spcBef>
                <a:spcAft>
                  <a:spcPts val="0"/>
                </a:spcAft>
                <a:buNone/>
              </a:pPr>
              <a:r>
                <a:rPr b="0" i="0" lang="en-US" sz="2600" u="none" cap="none" strike="noStrike">
                  <a:solidFill>
                    <a:srgbClr val="000000"/>
                  </a:solidFill>
                  <a:latin typeface="Arial"/>
                  <a:ea typeface="Arial"/>
                  <a:cs typeface="Arial"/>
                  <a:sym typeface="Arial"/>
                </a:rPr>
                <a:t>(A) They passed the library at 6:00 </a:t>
              </a:r>
              <a:endParaRPr sz="2600"/>
            </a:p>
            <a:p>
              <a:pPr indent="0" lvl="0" marL="0" marR="0" rtl="0" algn="just">
                <a:lnSpc>
                  <a:spcPct val="130009"/>
                </a:lnSpc>
                <a:spcBef>
                  <a:spcPts val="0"/>
                </a:spcBef>
                <a:spcAft>
                  <a:spcPts val="0"/>
                </a:spcAft>
                <a:buNone/>
              </a:pPr>
              <a:r>
                <a:rPr b="0" i="0" lang="en-US" sz="2600" u="none" cap="none" strike="noStrike">
                  <a:solidFill>
                    <a:srgbClr val="000000"/>
                  </a:solidFill>
                  <a:latin typeface="Arial"/>
                  <a:ea typeface="Arial"/>
                  <a:cs typeface="Arial"/>
                  <a:sym typeface="Arial"/>
                </a:rPr>
                <a:t>(B) The library opens at 3:00 in the summer </a:t>
              </a:r>
              <a:endParaRPr sz="2600"/>
            </a:p>
            <a:p>
              <a:pPr indent="0" lvl="0" marL="0" marR="0" rtl="0" algn="just">
                <a:lnSpc>
                  <a:spcPct val="130009"/>
                </a:lnSpc>
                <a:spcBef>
                  <a:spcPts val="0"/>
                </a:spcBef>
                <a:spcAft>
                  <a:spcPts val="0"/>
                </a:spcAft>
                <a:buNone/>
              </a:pPr>
              <a:r>
                <a:rPr b="0" i="0" lang="en-US" sz="2600" u="none" cap="none" strike="noStrike">
                  <a:solidFill>
                    <a:srgbClr val="000000"/>
                  </a:solidFill>
                  <a:latin typeface="Arial"/>
                  <a:ea typeface="Arial"/>
                  <a:cs typeface="Arial"/>
                  <a:sym typeface="Arial"/>
                </a:rPr>
                <a:t>(C) The library closes at 6:00 </a:t>
              </a:r>
              <a:endParaRPr sz="2600"/>
            </a:p>
            <a:p>
              <a:pPr indent="0" lvl="0" marL="0" marR="0" rtl="0" algn="just">
                <a:lnSpc>
                  <a:spcPct val="130009"/>
                </a:lnSpc>
                <a:spcBef>
                  <a:spcPts val="0"/>
                </a:spcBef>
                <a:spcAft>
                  <a:spcPts val="0"/>
                </a:spcAft>
                <a:buNone/>
              </a:pPr>
              <a:r>
                <a:rPr b="0" i="0" lang="en-US" sz="2600" u="none" cap="none" strike="noStrike">
                  <a:solidFill>
                    <a:srgbClr val="000000"/>
                  </a:solidFill>
                  <a:latin typeface="Arial"/>
                  <a:ea typeface="Arial"/>
                  <a:cs typeface="Arial"/>
                  <a:sym typeface="Arial"/>
                </a:rPr>
                <a:t>(D) You can’t check out more than six books in the summer</a:t>
              </a:r>
              <a:endParaRPr sz="2600"/>
            </a:p>
            <a:p>
              <a:pPr indent="0" lvl="0" marL="0" marR="0" rtl="0" algn="just">
                <a:lnSpc>
                  <a:spcPct val="130009"/>
                </a:lnSpc>
                <a:spcBef>
                  <a:spcPts val="0"/>
                </a:spcBef>
                <a:spcAft>
                  <a:spcPts val="0"/>
                </a:spcAft>
                <a:buNone/>
              </a:pPr>
              <a:r>
                <a:rPr b="0" i="0" lang="en-US" sz="2600" u="none" cap="none" strike="noStrike">
                  <a:solidFill>
                    <a:srgbClr val="000000"/>
                  </a:solidFill>
                  <a:latin typeface="Arial"/>
                  <a:ea typeface="Arial"/>
                  <a:cs typeface="Arial"/>
                  <a:sym typeface="Arial"/>
                </a:rPr>
                <a:t> </a:t>
              </a:r>
              <a:endParaRPr sz="2600"/>
            </a:p>
            <a:p>
              <a:pPr indent="0" lvl="0" marL="0" marR="0" rtl="0" algn="just">
                <a:lnSpc>
                  <a:spcPct val="130009"/>
                </a:lnSpc>
                <a:spcBef>
                  <a:spcPts val="0"/>
                </a:spcBef>
                <a:spcAft>
                  <a:spcPts val="0"/>
                </a:spcAft>
                <a:buNone/>
              </a:pPr>
              <a:r>
                <a:rPr b="0" i="0" lang="en-US" sz="2600" u="none" cap="none" strike="noStrike">
                  <a:solidFill>
                    <a:srgbClr val="000000"/>
                  </a:solidFill>
                  <a:latin typeface="Arial"/>
                  <a:ea typeface="Arial"/>
                  <a:cs typeface="Arial"/>
                  <a:sym typeface="Arial"/>
                </a:rPr>
                <a:t>(A) Water the plants once a day </a:t>
              </a:r>
              <a:endParaRPr sz="2600"/>
            </a:p>
            <a:p>
              <a:pPr indent="0" lvl="0" marL="0" marR="0" rtl="0" algn="just">
                <a:lnSpc>
                  <a:spcPct val="130009"/>
                </a:lnSpc>
                <a:spcBef>
                  <a:spcPts val="0"/>
                </a:spcBef>
                <a:spcAft>
                  <a:spcPts val="0"/>
                </a:spcAft>
                <a:buNone/>
              </a:pPr>
              <a:r>
                <a:rPr b="0" i="0" lang="en-US" sz="2600" u="none" cap="none" strike="noStrike">
                  <a:solidFill>
                    <a:srgbClr val="000000"/>
                  </a:solidFill>
                  <a:latin typeface="Arial"/>
                  <a:ea typeface="Arial"/>
                  <a:cs typeface="Arial"/>
                  <a:sym typeface="Arial"/>
                </a:rPr>
                <a:t>(B) Give the plants no more water </a:t>
              </a:r>
              <a:endParaRPr sz="2600"/>
            </a:p>
            <a:p>
              <a:pPr indent="0" lvl="0" marL="0" marR="0" rtl="0" algn="just">
                <a:lnSpc>
                  <a:spcPct val="130009"/>
                </a:lnSpc>
                <a:spcBef>
                  <a:spcPts val="0"/>
                </a:spcBef>
                <a:spcAft>
                  <a:spcPts val="0"/>
                </a:spcAft>
                <a:buNone/>
              </a:pPr>
              <a:r>
                <a:rPr b="0" i="0" lang="en-US" sz="2600" u="none" cap="none" strike="noStrike">
                  <a:solidFill>
                    <a:srgbClr val="000000"/>
                  </a:solidFill>
                  <a:latin typeface="Arial"/>
                  <a:ea typeface="Arial"/>
                  <a:cs typeface="Arial"/>
                  <a:sym typeface="Arial"/>
                </a:rPr>
                <a:t>(C) Water the plants often while the man is gone </a:t>
              </a:r>
              <a:endParaRPr sz="2600"/>
            </a:p>
            <a:p>
              <a:pPr indent="0" lvl="0" marL="0" marR="0" rtl="0" algn="just">
                <a:lnSpc>
                  <a:spcPct val="130009"/>
                </a:lnSpc>
                <a:spcBef>
                  <a:spcPts val="0"/>
                </a:spcBef>
                <a:spcAft>
                  <a:spcPts val="0"/>
                </a:spcAft>
                <a:buNone/>
              </a:pPr>
              <a:r>
                <a:rPr b="0" i="0" lang="en-US" sz="2600" u="none" cap="none" strike="noStrike">
                  <a:solidFill>
                    <a:srgbClr val="000000"/>
                  </a:solidFill>
                  <a:latin typeface="Arial"/>
                  <a:ea typeface="Arial"/>
                  <a:cs typeface="Arial"/>
                  <a:sym typeface="Arial"/>
                </a:rPr>
                <a:t>(D) Give the plants a limited amount of water </a:t>
              </a:r>
              <a:endParaRPr sz="2600"/>
            </a:p>
            <a:p>
              <a:pPr indent="0" lvl="0" marL="0" marR="0" rtl="0" algn="just">
                <a:lnSpc>
                  <a:spcPct val="130009"/>
                </a:lnSpc>
                <a:spcBef>
                  <a:spcPts val="0"/>
                </a:spcBef>
                <a:spcAft>
                  <a:spcPts val="0"/>
                </a:spcAft>
                <a:buNone/>
              </a:pPr>
              <a:r>
                <a:t/>
              </a:r>
              <a:endParaRPr b="0" i="0" sz="2600" u="none" cap="none" strike="noStrike">
                <a:solidFill>
                  <a:srgbClr val="000000"/>
                </a:solidFill>
                <a:latin typeface="Arial"/>
                <a:ea typeface="Arial"/>
                <a:cs typeface="Arial"/>
                <a:sym typeface="Arial"/>
              </a:endParaRPr>
            </a:p>
            <a:p>
              <a:pPr indent="0" lvl="0" marL="0" marR="0" rtl="0" algn="just">
                <a:lnSpc>
                  <a:spcPct val="130009"/>
                </a:lnSpc>
                <a:spcBef>
                  <a:spcPts val="0"/>
                </a:spcBef>
                <a:spcAft>
                  <a:spcPts val="0"/>
                </a:spcAft>
                <a:buNone/>
              </a:pPr>
              <a:r>
                <a:rPr b="0" i="0" lang="en-US" sz="2600" u="none" cap="none" strike="noStrike">
                  <a:solidFill>
                    <a:srgbClr val="000000"/>
                  </a:solidFill>
                  <a:latin typeface="Arial"/>
                  <a:ea typeface="Arial"/>
                  <a:cs typeface="Arial"/>
                  <a:sym typeface="Arial"/>
                </a:rPr>
                <a:t>(A) The service satisfied her </a:t>
              </a:r>
              <a:endParaRPr sz="2600"/>
            </a:p>
            <a:p>
              <a:pPr indent="0" lvl="0" marL="0" marR="0" rtl="0" algn="just">
                <a:lnSpc>
                  <a:spcPct val="130009"/>
                </a:lnSpc>
                <a:spcBef>
                  <a:spcPts val="0"/>
                </a:spcBef>
                <a:spcAft>
                  <a:spcPts val="0"/>
                </a:spcAft>
                <a:buNone/>
              </a:pPr>
              <a:r>
                <a:rPr b="0" i="0" lang="en-US" sz="2600" u="none" cap="none" strike="noStrike">
                  <a:solidFill>
                    <a:srgbClr val="000000"/>
                  </a:solidFill>
                  <a:latin typeface="Arial"/>
                  <a:ea typeface="Arial"/>
                  <a:cs typeface="Arial"/>
                  <a:sym typeface="Arial"/>
                </a:rPr>
                <a:t>(B) The food was worse than the service </a:t>
              </a:r>
              <a:endParaRPr sz="2600"/>
            </a:p>
            <a:p>
              <a:pPr indent="0" lvl="0" marL="0" marR="0" rtl="0" algn="just">
                <a:lnSpc>
                  <a:spcPct val="130009"/>
                </a:lnSpc>
                <a:spcBef>
                  <a:spcPts val="0"/>
                </a:spcBef>
                <a:spcAft>
                  <a:spcPts val="0"/>
                </a:spcAft>
                <a:buNone/>
              </a:pPr>
              <a:r>
                <a:rPr b="0" i="0" lang="en-US" sz="2600" u="none" cap="none" strike="noStrike">
                  <a:solidFill>
                    <a:srgbClr val="000000"/>
                  </a:solidFill>
                  <a:latin typeface="Arial"/>
                  <a:ea typeface="Arial"/>
                  <a:cs typeface="Arial"/>
                  <a:sym typeface="Arial"/>
                </a:rPr>
                <a:t>(C) She thought the service was bad </a:t>
              </a:r>
              <a:endParaRPr sz="2600"/>
            </a:p>
            <a:p>
              <a:pPr indent="0" lvl="0" marL="0" marR="0" rtl="0" algn="just">
                <a:lnSpc>
                  <a:spcPct val="130009"/>
                </a:lnSpc>
                <a:spcBef>
                  <a:spcPts val="0"/>
                </a:spcBef>
                <a:spcAft>
                  <a:spcPts val="0"/>
                </a:spcAft>
                <a:buNone/>
              </a:pPr>
              <a:r>
                <a:rPr b="0" i="0" lang="en-US" sz="2600" u="none" cap="none" strike="noStrike">
                  <a:solidFill>
                    <a:srgbClr val="000000"/>
                  </a:solidFill>
                  <a:latin typeface="Arial"/>
                  <a:ea typeface="Arial"/>
                  <a:cs typeface="Arial"/>
                  <a:sym typeface="Arial"/>
                </a:rPr>
                <a:t>(D) Neither the food nor the service was satisfying</a:t>
              </a:r>
              <a:endParaRPr sz="2600"/>
            </a:p>
          </p:txBody>
        </p:sp>
        <p:sp>
          <p:nvSpPr>
            <p:cNvPr id="190" name="Google Shape;190;p8"/>
            <p:cNvSpPr txBox="1"/>
            <p:nvPr/>
          </p:nvSpPr>
          <p:spPr>
            <a:xfrm>
              <a:off x="0" y="-111603"/>
              <a:ext cx="618600" cy="533700"/>
            </a:xfrm>
            <a:prstGeom prst="rect">
              <a:avLst/>
            </a:prstGeom>
            <a:noFill/>
            <a:ln>
              <a:noFill/>
            </a:ln>
          </p:spPr>
          <p:txBody>
            <a:bodyPr anchorCtr="0" anchor="t" bIns="0" lIns="0" spcFirstLastPara="1" rIns="0" wrap="square" tIns="0">
              <a:spAutoFit/>
            </a:bodyPr>
            <a:lstStyle/>
            <a:p>
              <a:pPr indent="0" lvl="0" marL="0" marR="0" rtl="0" algn="just">
                <a:lnSpc>
                  <a:spcPct val="130009"/>
                </a:lnSpc>
                <a:spcBef>
                  <a:spcPts val="0"/>
                </a:spcBef>
                <a:spcAft>
                  <a:spcPts val="0"/>
                </a:spcAft>
                <a:buNone/>
              </a:pPr>
              <a:r>
                <a:rPr b="0" i="0" lang="en-US" sz="2600" u="none" cap="none" strike="noStrike">
                  <a:solidFill>
                    <a:srgbClr val="000000"/>
                  </a:solidFill>
                  <a:latin typeface="Arial"/>
                  <a:ea typeface="Arial"/>
                  <a:cs typeface="Arial"/>
                  <a:sym typeface="Arial"/>
                </a:rPr>
                <a:t>3.</a:t>
              </a:r>
              <a:endParaRPr sz="2600"/>
            </a:p>
          </p:txBody>
        </p:sp>
        <p:sp>
          <p:nvSpPr>
            <p:cNvPr id="191" name="Google Shape;191;p8"/>
            <p:cNvSpPr txBox="1"/>
            <p:nvPr/>
          </p:nvSpPr>
          <p:spPr>
            <a:xfrm>
              <a:off x="0" y="3298173"/>
              <a:ext cx="618600" cy="533700"/>
            </a:xfrm>
            <a:prstGeom prst="rect">
              <a:avLst/>
            </a:prstGeom>
            <a:noFill/>
            <a:ln>
              <a:noFill/>
            </a:ln>
          </p:spPr>
          <p:txBody>
            <a:bodyPr anchorCtr="0" anchor="t" bIns="0" lIns="0" spcFirstLastPara="1" rIns="0" wrap="square" tIns="0">
              <a:spAutoFit/>
            </a:bodyPr>
            <a:lstStyle/>
            <a:p>
              <a:pPr indent="0" lvl="0" marL="0" marR="0" rtl="0" algn="just">
                <a:lnSpc>
                  <a:spcPct val="130009"/>
                </a:lnSpc>
                <a:spcBef>
                  <a:spcPts val="0"/>
                </a:spcBef>
                <a:spcAft>
                  <a:spcPts val="0"/>
                </a:spcAft>
                <a:buNone/>
              </a:pPr>
              <a:r>
                <a:rPr b="0" i="0" lang="en-US" sz="2600" u="none" cap="none" strike="noStrike">
                  <a:solidFill>
                    <a:srgbClr val="000000"/>
                  </a:solidFill>
                  <a:latin typeface="Arial"/>
                  <a:ea typeface="Arial"/>
                  <a:cs typeface="Arial"/>
                  <a:sym typeface="Arial"/>
                </a:rPr>
                <a:t>4.</a:t>
              </a:r>
              <a:endParaRPr sz="2600"/>
            </a:p>
          </p:txBody>
        </p:sp>
        <p:sp>
          <p:nvSpPr>
            <p:cNvPr id="192" name="Google Shape;192;p8"/>
            <p:cNvSpPr txBox="1"/>
            <p:nvPr/>
          </p:nvSpPr>
          <p:spPr>
            <a:xfrm>
              <a:off x="0" y="6724472"/>
              <a:ext cx="618600" cy="533700"/>
            </a:xfrm>
            <a:prstGeom prst="rect">
              <a:avLst/>
            </a:prstGeom>
            <a:noFill/>
            <a:ln>
              <a:noFill/>
            </a:ln>
          </p:spPr>
          <p:txBody>
            <a:bodyPr anchorCtr="0" anchor="t" bIns="0" lIns="0" spcFirstLastPara="1" rIns="0" wrap="square" tIns="0">
              <a:spAutoFit/>
            </a:bodyPr>
            <a:lstStyle/>
            <a:p>
              <a:pPr indent="0" lvl="0" marL="0" marR="0" rtl="0" algn="just">
                <a:lnSpc>
                  <a:spcPct val="130009"/>
                </a:lnSpc>
                <a:spcBef>
                  <a:spcPts val="0"/>
                </a:spcBef>
                <a:spcAft>
                  <a:spcPts val="0"/>
                </a:spcAft>
                <a:buNone/>
              </a:pPr>
              <a:r>
                <a:rPr b="0" i="0" lang="en-US" sz="2600" u="none" cap="none" strike="noStrike">
                  <a:solidFill>
                    <a:srgbClr val="000000"/>
                  </a:solidFill>
                  <a:latin typeface="Arial"/>
                  <a:ea typeface="Arial"/>
                  <a:cs typeface="Arial"/>
                  <a:sym typeface="Arial"/>
                </a:rPr>
                <a:t>5.</a:t>
              </a:r>
              <a:endParaRPr sz="2600"/>
            </a:p>
          </p:txBody>
        </p:sp>
        <p:sp>
          <p:nvSpPr>
            <p:cNvPr id="193" name="Google Shape;193;p8"/>
            <p:cNvSpPr txBox="1"/>
            <p:nvPr/>
          </p:nvSpPr>
          <p:spPr>
            <a:xfrm>
              <a:off x="0" y="10205112"/>
              <a:ext cx="1092900" cy="533700"/>
            </a:xfrm>
            <a:prstGeom prst="rect">
              <a:avLst/>
            </a:prstGeom>
            <a:noFill/>
            <a:ln>
              <a:noFill/>
            </a:ln>
          </p:spPr>
          <p:txBody>
            <a:bodyPr anchorCtr="0" anchor="t" bIns="0" lIns="0" spcFirstLastPara="1" rIns="0" wrap="square" tIns="0">
              <a:spAutoFit/>
            </a:bodyPr>
            <a:lstStyle/>
            <a:p>
              <a:pPr indent="0" lvl="0" marL="0" marR="0" rtl="0" algn="just">
                <a:lnSpc>
                  <a:spcPct val="130009"/>
                </a:lnSpc>
                <a:spcBef>
                  <a:spcPts val="0"/>
                </a:spcBef>
                <a:spcAft>
                  <a:spcPts val="0"/>
                </a:spcAft>
                <a:buNone/>
              </a:pPr>
              <a:r>
                <a:rPr b="0" i="0" lang="en-US" sz="2600" u="none" cap="none" strike="noStrike">
                  <a:solidFill>
                    <a:srgbClr val="000000"/>
                  </a:solidFill>
                  <a:latin typeface="Arial"/>
                  <a:ea typeface="Arial"/>
                  <a:cs typeface="Arial"/>
                  <a:sym typeface="Arial"/>
                </a:rPr>
                <a:t>6.</a:t>
              </a:r>
              <a:endParaRPr sz="2600"/>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9"/>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202" r="-2201" t="0"/>
            </a:stretch>
          </a:blipFill>
          <a:ln>
            <a:noFill/>
          </a:ln>
        </p:spPr>
      </p:sp>
      <p:grpSp>
        <p:nvGrpSpPr>
          <p:cNvPr id="199" name="Google Shape;199;p9"/>
          <p:cNvGrpSpPr/>
          <p:nvPr/>
        </p:nvGrpSpPr>
        <p:grpSpPr>
          <a:xfrm>
            <a:off x="777382" y="284517"/>
            <a:ext cx="14742920" cy="9764776"/>
            <a:chOff x="0" y="-123825"/>
            <a:chExt cx="19657226" cy="13019700"/>
          </a:xfrm>
        </p:grpSpPr>
        <p:sp>
          <p:nvSpPr>
            <p:cNvPr id="200" name="Google Shape;200;p9"/>
            <p:cNvSpPr txBox="1"/>
            <p:nvPr/>
          </p:nvSpPr>
          <p:spPr>
            <a:xfrm>
              <a:off x="702626" y="-123825"/>
              <a:ext cx="18954600" cy="13019700"/>
            </a:xfrm>
            <a:prstGeom prst="rect">
              <a:avLst/>
            </a:prstGeom>
            <a:noFill/>
            <a:ln>
              <a:noFill/>
            </a:ln>
          </p:spPr>
          <p:txBody>
            <a:bodyPr anchorCtr="0" anchor="t" bIns="0" lIns="0" spcFirstLastPara="1" rIns="0" wrap="square" tIns="0">
              <a:spAutoFit/>
            </a:bodyPr>
            <a:lstStyle/>
            <a:p>
              <a:pPr indent="0" lvl="0" marL="0" marR="0" rtl="0" algn="just">
                <a:lnSpc>
                  <a:spcPct val="129996"/>
                </a:lnSpc>
                <a:spcBef>
                  <a:spcPts val="0"/>
                </a:spcBef>
                <a:spcAft>
                  <a:spcPts val="0"/>
                </a:spcAft>
                <a:buNone/>
              </a:pPr>
              <a:r>
                <a:rPr b="0" i="0" lang="en-US" sz="2600" u="none" cap="none" strike="noStrike">
                  <a:solidFill>
                    <a:srgbClr val="000000"/>
                  </a:solidFill>
                  <a:latin typeface="Arial"/>
                  <a:ea typeface="Arial"/>
                  <a:cs typeface="Arial"/>
                  <a:sym typeface="Arial"/>
                </a:rPr>
                <a:t>(A) He told his kids to leave </a:t>
              </a:r>
              <a:endParaRPr sz="2600"/>
            </a:p>
            <a:p>
              <a:pPr indent="0" lvl="0" marL="0" marR="0" rtl="0" algn="just">
                <a:lnSpc>
                  <a:spcPct val="129996"/>
                </a:lnSpc>
                <a:spcBef>
                  <a:spcPts val="0"/>
                </a:spcBef>
                <a:spcAft>
                  <a:spcPts val="0"/>
                </a:spcAft>
                <a:buNone/>
              </a:pPr>
              <a:r>
                <a:rPr b="0" i="0" lang="en-US" sz="2600" u="none" cap="none" strike="noStrike">
                  <a:solidFill>
                    <a:srgbClr val="000000"/>
                  </a:solidFill>
                  <a:latin typeface="Arial"/>
                  <a:ea typeface="Arial"/>
                  <a:cs typeface="Arial"/>
                  <a:sym typeface="Arial"/>
                </a:rPr>
                <a:t>(B) He seriously wanted the woman to go </a:t>
              </a:r>
              <a:endParaRPr sz="2600"/>
            </a:p>
            <a:p>
              <a:pPr indent="0" lvl="0" marL="0" marR="0" rtl="0" algn="just">
                <a:lnSpc>
                  <a:spcPct val="129996"/>
                </a:lnSpc>
                <a:spcBef>
                  <a:spcPts val="0"/>
                </a:spcBef>
                <a:spcAft>
                  <a:spcPts val="0"/>
                </a:spcAft>
                <a:buNone/>
              </a:pPr>
              <a:r>
                <a:rPr b="0" i="0" lang="en-US" sz="2600" u="none" cap="none" strike="noStrike">
                  <a:solidFill>
                    <a:srgbClr val="000000"/>
                  </a:solidFill>
                  <a:latin typeface="Arial"/>
                  <a:ea typeface="Arial"/>
                  <a:cs typeface="Arial"/>
                  <a:sym typeface="Arial"/>
                </a:rPr>
                <a:t>(C) He was joking when he told the woman to leave </a:t>
              </a:r>
              <a:endParaRPr sz="2600"/>
            </a:p>
            <a:p>
              <a:pPr indent="0" lvl="0" marL="0" marR="0" rtl="0" algn="just">
                <a:lnSpc>
                  <a:spcPct val="129996"/>
                </a:lnSpc>
                <a:spcBef>
                  <a:spcPts val="0"/>
                </a:spcBef>
                <a:spcAft>
                  <a:spcPts val="0"/>
                </a:spcAft>
                <a:buNone/>
              </a:pPr>
              <a:r>
                <a:rPr b="0" i="0" lang="en-US" sz="2600" u="none" cap="none" strike="noStrike">
                  <a:solidFill>
                    <a:srgbClr val="000000"/>
                  </a:solidFill>
                  <a:latin typeface="Arial"/>
                  <a:ea typeface="Arial"/>
                  <a:cs typeface="Arial"/>
                  <a:sym typeface="Arial"/>
                </a:rPr>
                <a:t>(D) He left with the woman</a:t>
              </a:r>
              <a:endParaRPr sz="2600"/>
            </a:p>
            <a:p>
              <a:pPr indent="0" lvl="0" marL="0" marR="0" rtl="0" algn="just">
                <a:lnSpc>
                  <a:spcPct val="129996"/>
                </a:lnSpc>
                <a:spcBef>
                  <a:spcPts val="0"/>
                </a:spcBef>
                <a:spcAft>
                  <a:spcPts val="0"/>
                </a:spcAft>
                <a:buNone/>
              </a:pPr>
              <a:r>
                <a:rPr b="0" i="0" lang="en-US" sz="2600" u="none" cap="none" strike="noStrike">
                  <a:solidFill>
                    <a:srgbClr val="000000"/>
                  </a:solidFill>
                  <a:latin typeface="Arial"/>
                  <a:ea typeface="Arial"/>
                  <a:cs typeface="Arial"/>
                  <a:sym typeface="Arial"/>
                </a:rPr>
                <a:t> </a:t>
              </a:r>
              <a:endParaRPr sz="2600"/>
            </a:p>
            <a:p>
              <a:pPr indent="0" lvl="0" marL="0" marR="0" rtl="0" algn="just">
                <a:lnSpc>
                  <a:spcPct val="129996"/>
                </a:lnSpc>
                <a:spcBef>
                  <a:spcPts val="0"/>
                </a:spcBef>
                <a:spcAft>
                  <a:spcPts val="0"/>
                </a:spcAft>
                <a:buNone/>
              </a:pPr>
              <a:r>
                <a:rPr b="0" i="0" lang="en-US" sz="2600" u="none" cap="none" strike="noStrike">
                  <a:solidFill>
                    <a:srgbClr val="000000"/>
                  </a:solidFill>
                  <a:latin typeface="Arial"/>
                  <a:ea typeface="Arial"/>
                  <a:cs typeface="Arial"/>
                  <a:sym typeface="Arial"/>
                </a:rPr>
                <a:t>(A) The project will take all their effort </a:t>
              </a:r>
              <a:endParaRPr sz="2600"/>
            </a:p>
            <a:p>
              <a:pPr indent="0" lvl="0" marL="0" marR="0" rtl="0" algn="just">
                <a:lnSpc>
                  <a:spcPct val="129996"/>
                </a:lnSpc>
                <a:spcBef>
                  <a:spcPts val="0"/>
                </a:spcBef>
                <a:spcAft>
                  <a:spcPts val="0"/>
                </a:spcAft>
                <a:buNone/>
              </a:pPr>
              <a:r>
                <a:rPr b="0" i="0" lang="en-US" sz="2600" u="none" cap="none" strike="noStrike">
                  <a:solidFill>
                    <a:srgbClr val="000000"/>
                  </a:solidFill>
                  <a:latin typeface="Arial"/>
                  <a:ea typeface="Arial"/>
                  <a:cs typeface="Arial"/>
                  <a:sym typeface="Arial"/>
                </a:rPr>
                <a:t>(B) They have no other work to do </a:t>
              </a:r>
              <a:endParaRPr sz="2600"/>
            </a:p>
            <a:p>
              <a:pPr indent="0" lvl="0" marL="0" marR="0" rtl="0" algn="just">
                <a:lnSpc>
                  <a:spcPct val="129996"/>
                </a:lnSpc>
                <a:spcBef>
                  <a:spcPts val="0"/>
                </a:spcBef>
                <a:spcAft>
                  <a:spcPts val="0"/>
                </a:spcAft>
                <a:buNone/>
              </a:pPr>
              <a:r>
                <a:rPr b="0" i="0" lang="en-US" sz="2600" u="none" cap="none" strike="noStrike">
                  <a:solidFill>
                    <a:srgbClr val="000000"/>
                  </a:solidFill>
                  <a:latin typeface="Arial"/>
                  <a:ea typeface="Arial"/>
                  <a:cs typeface="Arial"/>
                  <a:sym typeface="Arial"/>
                </a:rPr>
                <a:t>(C) It’s impossible to finish </a:t>
              </a:r>
              <a:endParaRPr sz="2600"/>
            </a:p>
            <a:p>
              <a:pPr indent="0" lvl="0" marL="0" marR="0" rtl="0" algn="just">
                <a:lnSpc>
                  <a:spcPct val="129996"/>
                </a:lnSpc>
                <a:spcBef>
                  <a:spcPts val="0"/>
                </a:spcBef>
                <a:spcAft>
                  <a:spcPts val="0"/>
                </a:spcAft>
                <a:buNone/>
              </a:pPr>
              <a:r>
                <a:rPr b="0" i="0" lang="en-US" sz="2600" u="none" cap="none" strike="noStrike">
                  <a:solidFill>
                    <a:srgbClr val="000000"/>
                  </a:solidFill>
                  <a:latin typeface="Arial"/>
                  <a:ea typeface="Arial"/>
                  <a:cs typeface="Arial"/>
                  <a:sym typeface="Arial"/>
                </a:rPr>
                <a:t>(D) They aren’t even close to finishing the project</a:t>
              </a:r>
              <a:endParaRPr sz="2600"/>
            </a:p>
            <a:p>
              <a:pPr indent="0" lvl="0" marL="0" marR="0" rtl="0" algn="just">
                <a:lnSpc>
                  <a:spcPct val="129996"/>
                </a:lnSpc>
                <a:spcBef>
                  <a:spcPts val="0"/>
                </a:spcBef>
                <a:spcAft>
                  <a:spcPts val="0"/>
                </a:spcAft>
                <a:buNone/>
              </a:pPr>
              <a:r>
                <a:t/>
              </a:r>
              <a:endParaRPr b="0" i="0" sz="2600" u="none" cap="none" strike="noStrike">
                <a:solidFill>
                  <a:srgbClr val="000000"/>
                </a:solidFill>
                <a:latin typeface="Arial"/>
                <a:ea typeface="Arial"/>
                <a:cs typeface="Arial"/>
                <a:sym typeface="Arial"/>
              </a:endParaRPr>
            </a:p>
            <a:p>
              <a:pPr indent="0" lvl="0" marL="0" marR="0" rtl="0" algn="just">
                <a:lnSpc>
                  <a:spcPct val="129996"/>
                </a:lnSpc>
                <a:spcBef>
                  <a:spcPts val="0"/>
                </a:spcBef>
                <a:spcAft>
                  <a:spcPts val="0"/>
                </a:spcAft>
                <a:buNone/>
              </a:pPr>
              <a:r>
                <a:rPr b="0" i="0" lang="en-US" sz="2600" u="none" cap="none" strike="noStrike">
                  <a:solidFill>
                    <a:srgbClr val="000000"/>
                  </a:solidFill>
                  <a:latin typeface="Arial"/>
                  <a:ea typeface="Arial"/>
                  <a:cs typeface="Arial"/>
                  <a:sym typeface="Arial"/>
                </a:rPr>
                <a:t>(A) She doesn’t mind and hour more </a:t>
              </a:r>
              <a:endParaRPr sz="2600"/>
            </a:p>
            <a:p>
              <a:pPr indent="0" lvl="0" marL="0" marR="0" rtl="0" algn="just">
                <a:lnSpc>
                  <a:spcPct val="129996"/>
                </a:lnSpc>
                <a:spcBef>
                  <a:spcPts val="0"/>
                </a:spcBef>
                <a:spcAft>
                  <a:spcPts val="0"/>
                </a:spcAft>
                <a:buNone/>
              </a:pPr>
              <a:r>
                <a:rPr b="0" i="0" lang="en-US" sz="2600" u="none" cap="none" strike="noStrike">
                  <a:solidFill>
                    <a:srgbClr val="000000"/>
                  </a:solidFill>
                  <a:latin typeface="Arial"/>
                  <a:ea typeface="Arial"/>
                  <a:cs typeface="Arial"/>
                  <a:sym typeface="Arial"/>
                </a:rPr>
                <a:t>(B) She’d rather stay more than an hour </a:t>
              </a:r>
              <a:endParaRPr sz="2600"/>
            </a:p>
            <a:p>
              <a:pPr indent="0" lvl="0" marL="0" marR="0" rtl="0" algn="just">
                <a:lnSpc>
                  <a:spcPct val="129996"/>
                </a:lnSpc>
                <a:spcBef>
                  <a:spcPts val="0"/>
                </a:spcBef>
                <a:spcAft>
                  <a:spcPts val="0"/>
                </a:spcAft>
                <a:buNone/>
              </a:pPr>
              <a:r>
                <a:rPr b="0" i="0" lang="en-US" sz="2600" u="none" cap="none" strike="noStrike">
                  <a:solidFill>
                    <a:srgbClr val="000000"/>
                  </a:solidFill>
                  <a:latin typeface="Arial"/>
                  <a:ea typeface="Arial"/>
                  <a:cs typeface="Arial"/>
                  <a:sym typeface="Arial"/>
                </a:rPr>
                <a:t>(C) It’s better to stay than go </a:t>
              </a:r>
              <a:endParaRPr sz="2600"/>
            </a:p>
            <a:p>
              <a:pPr indent="0" lvl="0" marL="0" marR="0" rtl="0" algn="just">
                <a:lnSpc>
                  <a:spcPct val="129996"/>
                </a:lnSpc>
                <a:spcBef>
                  <a:spcPts val="0"/>
                </a:spcBef>
                <a:spcAft>
                  <a:spcPts val="0"/>
                </a:spcAft>
                <a:buNone/>
              </a:pPr>
              <a:r>
                <a:rPr b="0" i="0" lang="en-US" sz="2600" u="none" cap="none" strike="noStrike">
                  <a:solidFill>
                    <a:srgbClr val="000000"/>
                  </a:solidFill>
                  <a:latin typeface="Arial"/>
                  <a:ea typeface="Arial"/>
                  <a:cs typeface="Arial"/>
                  <a:sym typeface="Arial"/>
                </a:rPr>
                <a:t>(D) She prefer to leave</a:t>
              </a:r>
              <a:endParaRPr sz="2600"/>
            </a:p>
            <a:p>
              <a:pPr indent="0" lvl="0" marL="0" marR="0" rtl="0" algn="just">
                <a:lnSpc>
                  <a:spcPct val="129996"/>
                </a:lnSpc>
                <a:spcBef>
                  <a:spcPts val="0"/>
                </a:spcBef>
                <a:spcAft>
                  <a:spcPts val="0"/>
                </a:spcAft>
                <a:buNone/>
              </a:pPr>
              <a:r>
                <a:rPr b="0" i="0" lang="en-US" sz="2600" u="none" cap="none" strike="noStrike">
                  <a:solidFill>
                    <a:srgbClr val="000000"/>
                  </a:solidFill>
                  <a:latin typeface="Arial"/>
                  <a:ea typeface="Arial"/>
                  <a:cs typeface="Arial"/>
                  <a:sym typeface="Arial"/>
                </a:rPr>
                <a:t> </a:t>
              </a:r>
              <a:endParaRPr sz="2600"/>
            </a:p>
            <a:p>
              <a:pPr indent="0" lvl="0" marL="0" marR="0" rtl="0" algn="just">
                <a:lnSpc>
                  <a:spcPct val="129996"/>
                </a:lnSpc>
                <a:spcBef>
                  <a:spcPts val="0"/>
                </a:spcBef>
                <a:spcAft>
                  <a:spcPts val="0"/>
                </a:spcAft>
                <a:buNone/>
              </a:pPr>
              <a:r>
                <a:rPr b="0" i="0" lang="en-US" sz="2600" u="none" cap="none" strike="noStrike">
                  <a:solidFill>
                    <a:srgbClr val="000000"/>
                  </a:solidFill>
                  <a:latin typeface="Arial"/>
                  <a:ea typeface="Arial"/>
                  <a:cs typeface="Arial"/>
                  <a:sym typeface="Arial"/>
                </a:rPr>
                <a:t>(A) The service at the hotel wasn’t too good </a:t>
              </a:r>
              <a:endParaRPr sz="2600"/>
            </a:p>
            <a:p>
              <a:pPr indent="0" lvl="0" marL="0" marR="0" rtl="0" algn="just">
                <a:lnSpc>
                  <a:spcPct val="129996"/>
                </a:lnSpc>
                <a:spcBef>
                  <a:spcPts val="0"/>
                </a:spcBef>
                <a:spcAft>
                  <a:spcPts val="0"/>
                </a:spcAft>
                <a:buNone/>
              </a:pPr>
              <a:r>
                <a:rPr b="0" i="0" lang="en-US" sz="2600" u="none" cap="none" strike="noStrike">
                  <a:solidFill>
                    <a:srgbClr val="000000"/>
                  </a:solidFill>
                  <a:latin typeface="Arial"/>
                  <a:ea typeface="Arial"/>
                  <a:cs typeface="Arial"/>
                  <a:sym typeface="Arial"/>
                </a:rPr>
                <a:t>(B) This hotel gave excellent service </a:t>
              </a:r>
              <a:endParaRPr sz="2600"/>
            </a:p>
            <a:p>
              <a:pPr indent="0" lvl="0" marL="0" marR="0" rtl="0" algn="just">
                <a:lnSpc>
                  <a:spcPct val="129996"/>
                </a:lnSpc>
                <a:spcBef>
                  <a:spcPts val="0"/>
                </a:spcBef>
                <a:spcAft>
                  <a:spcPts val="0"/>
                </a:spcAft>
                <a:buNone/>
              </a:pPr>
              <a:r>
                <a:rPr b="0" i="0" lang="en-US" sz="2600" u="none" cap="none" strike="noStrike">
                  <a:solidFill>
                    <a:srgbClr val="000000"/>
                  </a:solidFill>
                  <a:latin typeface="Arial"/>
                  <a:ea typeface="Arial"/>
                  <a:cs typeface="Arial"/>
                  <a:sym typeface="Arial"/>
                </a:rPr>
                <a:t>(C) The service at hotel could have been improved </a:t>
              </a:r>
              <a:endParaRPr sz="2600"/>
            </a:p>
            <a:p>
              <a:pPr indent="0" lvl="0" marL="0" marR="0" rtl="0" algn="just">
                <a:lnSpc>
                  <a:spcPct val="129996"/>
                </a:lnSpc>
                <a:spcBef>
                  <a:spcPts val="0"/>
                </a:spcBef>
                <a:spcAft>
                  <a:spcPts val="0"/>
                </a:spcAft>
                <a:buNone/>
              </a:pPr>
              <a:r>
                <a:rPr b="0" i="0" lang="en-US" sz="2600" u="none" cap="none" strike="noStrike">
                  <a:solidFill>
                    <a:srgbClr val="000000"/>
                  </a:solidFill>
                  <a:latin typeface="Arial"/>
                  <a:ea typeface="Arial"/>
                  <a:cs typeface="Arial"/>
                  <a:sym typeface="Arial"/>
                </a:rPr>
                <a:t>(D) This hotel’s service was the same as the service at other hotels</a:t>
              </a:r>
              <a:endParaRPr sz="2600"/>
            </a:p>
          </p:txBody>
        </p:sp>
        <p:sp>
          <p:nvSpPr>
            <p:cNvPr id="201" name="Google Shape;201;p9"/>
            <p:cNvSpPr txBox="1"/>
            <p:nvPr/>
          </p:nvSpPr>
          <p:spPr>
            <a:xfrm>
              <a:off x="237026" y="-111613"/>
              <a:ext cx="618000" cy="533700"/>
            </a:xfrm>
            <a:prstGeom prst="rect">
              <a:avLst/>
            </a:prstGeom>
            <a:noFill/>
            <a:ln>
              <a:noFill/>
            </a:ln>
          </p:spPr>
          <p:txBody>
            <a:bodyPr anchorCtr="0" anchor="t" bIns="0" lIns="0" spcFirstLastPara="1" rIns="0" wrap="square" tIns="0">
              <a:spAutoFit/>
            </a:bodyPr>
            <a:lstStyle/>
            <a:p>
              <a:pPr indent="0" lvl="0" marL="0" marR="0" rtl="0" algn="just">
                <a:lnSpc>
                  <a:spcPct val="129996"/>
                </a:lnSpc>
                <a:spcBef>
                  <a:spcPts val="0"/>
                </a:spcBef>
                <a:spcAft>
                  <a:spcPts val="0"/>
                </a:spcAft>
                <a:buNone/>
              </a:pPr>
              <a:r>
                <a:rPr b="0" i="0" lang="en-US" sz="2600" u="none" cap="none" strike="noStrike">
                  <a:solidFill>
                    <a:srgbClr val="000000"/>
                  </a:solidFill>
                  <a:latin typeface="Arial"/>
                  <a:ea typeface="Arial"/>
                  <a:cs typeface="Arial"/>
                  <a:sym typeface="Arial"/>
                </a:rPr>
                <a:t>7.</a:t>
              </a:r>
              <a:endParaRPr sz="2600"/>
            </a:p>
          </p:txBody>
        </p:sp>
        <p:sp>
          <p:nvSpPr>
            <p:cNvPr id="202" name="Google Shape;202;p9"/>
            <p:cNvSpPr txBox="1"/>
            <p:nvPr/>
          </p:nvSpPr>
          <p:spPr>
            <a:xfrm>
              <a:off x="237026" y="3295514"/>
              <a:ext cx="618000" cy="533700"/>
            </a:xfrm>
            <a:prstGeom prst="rect">
              <a:avLst/>
            </a:prstGeom>
            <a:noFill/>
            <a:ln>
              <a:noFill/>
            </a:ln>
          </p:spPr>
          <p:txBody>
            <a:bodyPr anchorCtr="0" anchor="t" bIns="0" lIns="0" spcFirstLastPara="1" rIns="0" wrap="square" tIns="0">
              <a:spAutoFit/>
            </a:bodyPr>
            <a:lstStyle/>
            <a:p>
              <a:pPr indent="0" lvl="0" marL="0" marR="0" rtl="0" algn="just">
                <a:lnSpc>
                  <a:spcPct val="129996"/>
                </a:lnSpc>
                <a:spcBef>
                  <a:spcPts val="0"/>
                </a:spcBef>
                <a:spcAft>
                  <a:spcPts val="0"/>
                </a:spcAft>
                <a:buNone/>
              </a:pPr>
              <a:r>
                <a:rPr b="0" i="0" lang="en-US" sz="2600" u="none" cap="none" strike="noStrike">
                  <a:solidFill>
                    <a:srgbClr val="000000"/>
                  </a:solidFill>
                  <a:latin typeface="Arial"/>
                  <a:ea typeface="Arial"/>
                  <a:cs typeface="Arial"/>
                  <a:sym typeface="Arial"/>
                </a:rPr>
                <a:t>8. </a:t>
              </a:r>
              <a:endParaRPr sz="2600"/>
            </a:p>
          </p:txBody>
        </p:sp>
        <p:sp>
          <p:nvSpPr>
            <p:cNvPr id="203" name="Google Shape;203;p9"/>
            <p:cNvSpPr txBox="1"/>
            <p:nvPr/>
          </p:nvSpPr>
          <p:spPr>
            <a:xfrm>
              <a:off x="237026" y="6719183"/>
              <a:ext cx="618000" cy="533700"/>
            </a:xfrm>
            <a:prstGeom prst="rect">
              <a:avLst/>
            </a:prstGeom>
            <a:noFill/>
            <a:ln>
              <a:noFill/>
            </a:ln>
          </p:spPr>
          <p:txBody>
            <a:bodyPr anchorCtr="0" anchor="t" bIns="0" lIns="0" spcFirstLastPara="1" rIns="0" wrap="square" tIns="0">
              <a:spAutoFit/>
            </a:bodyPr>
            <a:lstStyle/>
            <a:p>
              <a:pPr indent="0" lvl="0" marL="0" marR="0" rtl="0" algn="just">
                <a:lnSpc>
                  <a:spcPct val="129996"/>
                </a:lnSpc>
                <a:spcBef>
                  <a:spcPts val="0"/>
                </a:spcBef>
                <a:spcAft>
                  <a:spcPts val="0"/>
                </a:spcAft>
                <a:buNone/>
              </a:pPr>
              <a:r>
                <a:rPr b="0" i="0" lang="en-US" sz="2600" u="none" cap="none" strike="noStrike">
                  <a:solidFill>
                    <a:srgbClr val="000000"/>
                  </a:solidFill>
                  <a:latin typeface="Arial"/>
                  <a:ea typeface="Arial"/>
                  <a:cs typeface="Arial"/>
                  <a:sym typeface="Arial"/>
                </a:rPr>
                <a:t>9.</a:t>
              </a:r>
              <a:endParaRPr sz="2600"/>
            </a:p>
          </p:txBody>
        </p:sp>
        <p:sp>
          <p:nvSpPr>
            <p:cNvPr id="204" name="Google Shape;204;p9"/>
            <p:cNvSpPr txBox="1"/>
            <p:nvPr/>
          </p:nvSpPr>
          <p:spPr>
            <a:xfrm>
              <a:off x="0" y="10197183"/>
              <a:ext cx="1092000" cy="533700"/>
            </a:xfrm>
            <a:prstGeom prst="rect">
              <a:avLst/>
            </a:prstGeom>
            <a:noFill/>
            <a:ln>
              <a:noFill/>
            </a:ln>
          </p:spPr>
          <p:txBody>
            <a:bodyPr anchorCtr="0" anchor="t" bIns="0" lIns="0" spcFirstLastPara="1" rIns="0" wrap="square" tIns="0">
              <a:spAutoFit/>
            </a:bodyPr>
            <a:lstStyle/>
            <a:p>
              <a:pPr indent="0" lvl="0" marL="0" marR="0" rtl="0" algn="just">
                <a:lnSpc>
                  <a:spcPct val="129996"/>
                </a:lnSpc>
                <a:spcBef>
                  <a:spcPts val="0"/>
                </a:spcBef>
                <a:spcAft>
                  <a:spcPts val="0"/>
                </a:spcAft>
                <a:buNone/>
              </a:pPr>
              <a:r>
                <a:rPr b="0" i="0" lang="en-US" sz="2600" u="none" cap="none" strike="noStrike">
                  <a:solidFill>
                    <a:srgbClr val="000000"/>
                  </a:solidFill>
                  <a:latin typeface="Arial"/>
                  <a:ea typeface="Arial"/>
                  <a:cs typeface="Arial"/>
                  <a:sym typeface="Arial"/>
                </a:rPr>
                <a:t>10.</a:t>
              </a:r>
              <a:endParaRPr sz="2600"/>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10"/>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202" r="-2201" t="0"/>
            </a:stretch>
          </a:blipFill>
          <a:ln>
            <a:noFill/>
          </a:ln>
        </p:spPr>
      </p:sp>
      <p:sp>
        <p:nvSpPr>
          <p:cNvPr id="210" name="Google Shape;210;p10"/>
          <p:cNvSpPr txBox="1"/>
          <p:nvPr/>
        </p:nvSpPr>
        <p:spPr>
          <a:xfrm>
            <a:off x="483809" y="1902459"/>
            <a:ext cx="17045700" cy="7854900"/>
          </a:xfrm>
          <a:prstGeom prst="rect">
            <a:avLst/>
          </a:prstGeom>
          <a:noFill/>
          <a:ln>
            <a:noFill/>
          </a:ln>
        </p:spPr>
        <p:txBody>
          <a:bodyPr anchorCtr="0" anchor="t" bIns="0" lIns="0" spcFirstLastPara="1" rIns="0" wrap="square" tIns="0">
            <a:spAutoFit/>
          </a:bodyPr>
          <a:lstStyle/>
          <a:p>
            <a:pPr indent="0" lvl="0" marL="0" marR="0" rtl="0" algn="l">
              <a:lnSpc>
                <a:spcPct val="130009"/>
              </a:lnSpc>
              <a:spcBef>
                <a:spcPts val="0"/>
              </a:spcBef>
              <a:spcAft>
                <a:spcPts val="0"/>
              </a:spcAft>
              <a:buNone/>
            </a:pPr>
            <a:r>
              <a:rPr b="1" i="0" lang="en-US" sz="2700" u="none" cap="none" strike="noStrike">
                <a:solidFill>
                  <a:srgbClr val="000000"/>
                </a:solidFill>
                <a:latin typeface="Arial"/>
                <a:ea typeface="Arial"/>
                <a:cs typeface="Arial"/>
                <a:sym typeface="Arial"/>
              </a:rPr>
              <a:t>Example: </a:t>
            </a:r>
            <a:endParaRPr sz="2700"/>
          </a:p>
          <a:p>
            <a:pPr indent="0" lvl="0" marL="0" marR="0" rtl="0" algn="l">
              <a:lnSpc>
                <a:spcPct val="71991"/>
              </a:lnSpc>
              <a:spcBef>
                <a:spcPts val="0"/>
              </a:spcBef>
              <a:spcAft>
                <a:spcPts val="0"/>
              </a:spcAft>
              <a:buNone/>
            </a:pPr>
            <a:r>
              <a:t/>
            </a:r>
            <a:endParaRPr b="1" i="0" sz="2700" u="none" cap="none" strike="noStrike">
              <a:solidFill>
                <a:srgbClr val="000000"/>
              </a:solidFill>
              <a:latin typeface="Arial"/>
              <a:ea typeface="Arial"/>
              <a:cs typeface="Arial"/>
              <a:sym typeface="Arial"/>
            </a:endParaRPr>
          </a:p>
          <a:p>
            <a:pPr indent="0" lvl="0" marL="0" marR="0" rtl="0" algn="l">
              <a:lnSpc>
                <a:spcPct val="130009"/>
              </a:lnSpc>
              <a:spcBef>
                <a:spcPts val="0"/>
              </a:spcBef>
              <a:spcAft>
                <a:spcPts val="0"/>
              </a:spcAft>
              <a:buNone/>
            </a:pPr>
            <a:r>
              <a:rPr b="0" i="0" lang="en-US" sz="2700" u="none" cap="none" strike="noStrike">
                <a:solidFill>
                  <a:srgbClr val="000000"/>
                </a:solidFill>
                <a:latin typeface="Arial"/>
                <a:ea typeface="Arial"/>
                <a:cs typeface="Arial"/>
                <a:sym typeface="Arial"/>
              </a:rPr>
              <a:t>On the recording, you hear: </a:t>
            </a:r>
            <a:endParaRPr sz="2700"/>
          </a:p>
          <a:p>
            <a:pPr indent="0" lvl="0" marL="0" marR="0" rtl="0" algn="l">
              <a:lnSpc>
                <a:spcPct val="71991"/>
              </a:lnSpc>
              <a:spcBef>
                <a:spcPts val="0"/>
              </a:spcBef>
              <a:spcAft>
                <a:spcPts val="0"/>
              </a:spcAft>
              <a:buNone/>
            </a:pPr>
            <a:r>
              <a:t/>
            </a:r>
            <a:endParaRPr b="0" i="0" sz="2700" u="none" cap="none" strike="noStrike">
              <a:solidFill>
                <a:srgbClr val="000000"/>
              </a:solidFill>
              <a:latin typeface="Arial"/>
              <a:ea typeface="Arial"/>
              <a:cs typeface="Arial"/>
              <a:sym typeface="Arial"/>
            </a:endParaRPr>
          </a:p>
          <a:p>
            <a:pPr indent="0" lvl="0" marL="0" marR="0" rtl="0" algn="l">
              <a:lnSpc>
                <a:spcPct val="130009"/>
              </a:lnSpc>
              <a:spcBef>
                <a:spcPts val="0"/>
              </a:spcBef>
              <a:spcAft>
                <a:spcPts val="0"/>
              </a:spcAft>
              <a:buNone/>
            </a:pPr>
            <a:r>
              <a:rPr b="0" i="0" lang="en-US" sz="2700" u="none" cap="none" strike="noStrike">
                <a:solidFill>
                  <a:srgbClr val="000000"/>
                </a:solidFill>
                <a:latin typeface="Arial"/>
                <a:ea typeface="Arial"/>
                <a:cs typeface="Arial"/>
                <a:sym typeface="Arial"/>
              </a:rPr>
              <a:t>(man) I can’t believe the news that I heard about the concert. </a:t>
            </a:r>
            <a:endParaRPr sz="2700"/>
          </a:p>
          <a:p>
            <a:pPr indent="0" lvl="0" marL="0" marR="0" rtl="0" algn="l">
              <a:lnSpc>
                <a:spcPct val="130009"/>
              </a:lnSpc>
              <a:spcBef>
                <a:spcPts val="0"/>
              </a:spcBef>
              <a:spcAft>
                <a:spcPts val="0"/>
              </a:spcAft>
              <a:buNone/>
            </a:pPr>
            <a:r>
              <a:rPr b="0" i="0" lang="en-US" sz="2700" u="none" cap="none" strike="noStrike">
                <a:solidFill>
                  <a:srgbClr val="000000"/>
                </a:solidFill>
                <a:latin typeface="Arial"/>
                <a:ea typeface="Arial"/>
                <a:cs typeface="Arial"/>
                <a:sym typeface="Arial"/>
              </a:rPr>
              <a:t>(woman) Well, it isn’t impossible for the concert to take place. </a:t>
            </a:r>
            <a:endParaRPr sz="2700"/>
          </a:p>
          <a:p>
            <a:pPr indent="0" lvl="0" marL="0" marR="0" rtl="0" algn="l">
              <a:lnSpc>
                <a:spcPct val="130009"/>
              </a:lnSpc>
              <a:spcBef>
                <a:spcPts val="0"/>
              </a:spcBef>
              <a:spcAft>
                <a:spcPts val="0"/>
              </a:spcAft>
              <a:buNone/>
            </a:pPr>
            <a:r>
              <a:rPr b="0" i="0" lang="en-US" sz="2700" u="none" cap="none" strike="noStrike">
                <a:solidFill>
                  <a:srgbClr val="000000"/>
                </a:solidFill>
                <a:latin typeface="Arial"/>
                <a:ea typeface="Arial"/>
                <a:cs typeface="Arial"/>
                <a:sym typeface="Arial"/>
              </a:rPr>
              <a:t>(narrator) What does the woman say about the concert? </a:t>
            </a:r>
            <a:endParaRPr sz="2700"/>
          </a:p>
          <a:p>
            <a:pPr indent="0" lvl="0" marL="0" marR="0" rtl="0" algn="l">
              <a:lnSpc>
                <a:spcPct val="71991"/>
              </a:lnSpc>
              <a:spcBef>
                <a:spcPts val="0"/>
              </a:spcBef>
              <a:spcAft>
                <a:spcPts val="0"/>
              </a:spcAft>
              <a:buNone/>
            </a:pPr>
            <a:r>
              <a:t/>
            </a:r>
            <a:endParaRPr b="0" i="0" sz="2700" u="none" cap="none" strike="noStrike">
              <a:solidFill>
                <a:srgbClr val="000000"/>
              </a:solidFill>
              <a:latin typeface="Arial"/>
              <a:ea typeface="Arial"/>
              <a:cs typeface="Arial"/>
              <a:sym typeface="Arial"/>
            </a:endParaRPr>
          </a:p>
          <a:p>
            <a:pPr indent="0" lvl="0" marL="0" marR="0" rtl="0" algn="l">
              <a:lnSpc>
                <a:spcPct val="130009"/>
              </a:lnSpc>
              <a:spcBef>
                <a:spcPts val="0"/>
              </a:spcBef>
              <a:spcAft>
                <a:spcPts val="0"/>
              </a:spcAft>
              <a:buNone/>
            </a:pPr>
            <a:r>
              <a:rPr b="0" i="0" lang="en-US" sz="2700" u="none" cap="none" strike="noStrike">
                <a:solidFill>
                  <a:srgbClr val="000000"/>
                </a:solidFill>
                <a:latin typeface="Arial"/>
                <a:ea typeface="Arial"/>
                <a:cs typeface="Arial"/>
                <a:sym typeface="Arial"/>
              </a:rPr>
              <a:t>In your textbook or on the computer screen you read: </a:t>
            </a:r>
            <a:endParaRPr sz="2700"/>
          </a:p>
          <a:p>
            <a:pPr indent="0" lvl="0" marL="0" marR="0" rtl="0" algn="l">
              <a:lnSpc>
                <a:spcPct val="71991"/>
              </a:lnSpc>
              <a:spcBef>
                <a:spcPts val="0"/>
              </a:spcBef>
              <a:spcAft>
                <a:spcPts val="0"/>
              </a:spcAft>
              <a:buNone/>
            </a:pPr>
            <a:r>
              <a:t/>
            </a:r>
            <a:endParaRPr b="0" i="0" sz="2700" u="none" cap="none" strike="noStrike">
              <a:solidFill>
                <a:srgbClr val="000000"/>
              </a:solidFill>
              <a:latin typeface="Arial"/>
              <a:ea typeface="Arial"/>
              <a:cs typeface="Arial"/>
              <a:sym typeface="Arial"/>
            </a:endParaRPr>
          </a:p>
          <a:p>
            <a:pPr indent="0" lvl="0" marL="0" marR="0" rtl="0" algn="l">
              <a:lnSpc>
                <a:spcPct val="130009"/>
              </a:lnSpc>
              <a:spcBef>
                <a:spcPts val="0"/>
              </a:spcBef>
              <a:spcAft>
                <a:spcPts val="0"/>
              </a:spcAft>
              <a:buNone/>
            </a:pPr>
            <a:r>
              <a:rPr b="0" i="0" lang="en-US" sz="2700" u="none" cap="none" strike="noStrike">
                <a:solidFill>
                  <a:srgbClr val="000000"/>
                </a:solidFill>
                <a:latin typeface="Arial"/>
                <a:ea typeface="Arial"/>
                <a:cs typeface="Arial"/>
                <a:sym typeface="Arial"/>
              </a:rPr>
              <a:t>(A) There’s no possibility that the concert will take place. </a:t>
            </a:r>
            <a:endParaRPr sz="2700"/>
          </a:p>
          <a:p>
            <a:pPr indent="0" lvl="0" marL="0" marR="0" rtl="0" algn="l">
              <a:lnSpc>
                <a:spcPct val="130009"/>
              </a:lnSpc>
              <a:spcBef>
                <a:spcPts val="0"/>
              </a:spcBef>
              <a:spcAft>
                <a:spcPts val="0"/>
              </a:spcAft>
              <a:buNone/>
            </a:pPr>
            <a:r>
              <a:rPr b="0" i="0" lang="en-US" sz="2700" u="none" cap="none" strike="noStrike">
                <a:solidFill>
                  <a:srgbClr val="000000"/>
                </a:solidFill>
                <a:latin typeface="Arial"/>
                <a:ea typeface="Arial"/>
                <a:cs typeface="Arial"/>
                <a:sym typeface="Arial"/>
              </a:rPr>
              <a:t>(B) The concert will definitely not take place. </a:t>
            </a:r>
            <a:endParaRPr sz="2700"/>
          </a:p>
          <a:p>
            <a:pPr indent="0" lvl="0" marL="0" marR="0" rtl="0" algn="l">
              <a:lnSpc>
                <a:spcPct val="130009"/>
              </a:lnSpc>
              <a:spcBef>
                <a:spcPts val="0"/>
              </a:spcBef>
              <a:spcAft>
                <a:spcPts val="0"/>
              </a:spcAft>
              <a:buNone/>
            </a:pPr>
            <a:r>
              <a:rPr b="0" i="0" lang="en-US" sz="2700" u="none" cap="none" strike="noStrike">
                <a:solidFill>
                  <a:srgbClr val="000000"/>
                </a:solidFill>
                <a:latin typeface="Arial"/>
                <a:ea typeface="Arial"/>
                <a:cs typeface="Arial"/>
                <a:sym typeface="Arial"/>
              </a:rPr>
              <a:t>(C) The concert might take place. </a:t>
            </a:r>
            <a:endParaRPr sz="2700"/>
          </a:p>
          <a:p>
            <a:pPr indent="0" lvl="0" marL="0" marR="0" rtl="0" algn="l">
              <a:lnSpc>
                <a:spcPct val="130009"/>
              </a:lnSpc>
              <a:spcBef>
                <a:spcPts val="0"/>
              </a:spcBef>
              <a:spcAft>
                <a:spcPts val="0"/>
              </a:spcAft>
              <a:buNone/>
            </a:pPr>
            <a:r>
              <a:rPr b="0" i="0" lang="en-US" sz="2700" u="none" cap="none" strike="noStrike">
                <a:solidFill>
                  <a:srgbClr val="000000"/>
                </a:solidFill>
                <a:latin typeface="Arial"/>
                <a:ea typeface="Arial"/>
                <a:cs typeface="Arial"/>
                <a:sym typeface="Arial"/>
              </a:rPr>
              <a:t>(D) The concert can’t take place. </a:t>
            </a:r>
            <a:endParaRPr sz="2700"/>
          </a:p>
          <a:p>
            <a:pPr indent="0" lvl="0" marL="0" marR="0" rtl="0" algn="l">
              <a:lnSpc>
                <a:spcPct val="71991"/>
              </a:lnSpc>
              <a:spcBef>
                <a:spcPts val="0"/>
              </a:spcBef>
              <a:spcAft>
                <a:spcPts val="0"/>
              </a:spcAft>
              <a:buNone/>
            </a:pPr>
            <a:r>
              <a:t/>
            </a:r>
            <a:endParaRPr b="0" i="0" sz="2700" u="none" cap="none" strike="noStrike">
              <a:solidFill>
                <a:srgbClr val="000000"/>
              </a:solidFill>
              <a:latin typeface="Arial"/>
              <a:ea typeface="Arial"/>
              <a:cs typeface="Arial"/>
              <a:sym typeface="Arial"/>
            </a:endParaRPr>
          </a:p>
          <a:p>
            <a:pPr indent="0" lvl="0" marL="0" marR="0" rtl="0" algn="l">
              <a:lnSpc>
                <a:spcPct val="130009"/>
              </a:lnSpc>
              <a:spcBef>
                <a:spcPts val="0"/>
              </a:spcBef>
              <a:spcAft>
                <a:spcPts val="0"/>
              </a:spcAft>
              <a:buNone/>
            </a:pPr>
            <a:r>
              <a:rPr b="0" i="0" lang="en-US" sz="2700" u="none" cap="none" strike="noStrike">
                <a:solidFill>
                  <a:srgbClr val="000000"/>
                </a:solidFill>
                <a:latin typeface="Arial"/>
                <a:ea typeface="Arial"/>
                <a:cs typeface="Arial"/>
                <a:sym typeface="Arial"/>
              </a:rPr>
              <a:t>The correct answer to this question is answer (c). If it isn’t impossible for the concert to take place, then it is possible, and the modal might Indicates possibility.</a:t>
            </a:r>
            <a:endParaRPr sz="2700"/>
          </a:p>
        </p:txBody>
      </p:sp>
      <p:grpSp>
        <p:nvGrpSpPr>
          <p:cNvPr id="211" name="Google Shape;211;p10"/>
          <p:cNvGrpSpPr/>
          <p:nvPr/>
        </p:nvGrpSpPr>
        <p:grpSpPr>
          <a:xfrm>
            <a:off x="1812826" y="127971"/>
            <a:ext cx="14662349" cy="1184983"/>
            <a:chOff x="0" y="-28575"/>
            <a:chExt cx="3457621" cy="279438"/>
          </a:xfrm>
        </p:grpSpPr>
        <p:sp>
          <p:nvSpPr>
            <p:cNvPr id="212" name="Google Shape;212;p10"/>
            <p:cNvSpPr/>
            <p:nvPr/>
          </p:nvSpPr>
          <p:spPr>
            <a:xfrm>
              <a:off x="0" y="0"/>
              <a:ext cx="3457621" cy="250863"/>
            </a:xfrm>
            <a:custGeom>
              <a:rect b="b" l="l" r="r" t="t"/>
              <a:pathLst>
                <a:path extrusionOk="0" h="250863" w="3457621">
                  <a:moveTo>
                    <a:pt x="0" y="0"/>
                  </a:moveTo>
                  <a:lnTo>
                    <a:pt x="3457621" y="0"/>
                  </a:lnTo>
                  <a:lnTo>
                    <a:pt x="3457621" y="250863"/>
                  </a:lnTo>
                  <a:lnTo>
                    <a:pt x="0" y="250863"/>
                  </a:lnTo>
                  <a:close/>
                </a:path>
              </a:pathLst>
            </a:custGeom>
            <a:gradFill>
              <a:gsLst>
                <a:gs pos="0">
                  <a:srgbClr val="0C2756"/>
                </a:gs>
                <a:gs pos="50000">
                  <a:srgbClr val="1D629A"/>
                </a:gs>
                <a:gs pos="100000">
                  <a:srgbClr val="0C2756"/>
                </a:gs>
              </a:gsLst>
              <a:lin ang="0" scaled="0"/>
            </a:gradFill>
            <a:ln>
              <a:noFill/>
            </a:ln>
          </p:spPr>
        </p:sp>
        <p:sp>
          <p:nvSpPr>
            <p:cNvPr id="213" name="Google Shape;213;p10"/>
            <p:cNvSpPr txBox="1"/>
            <p:nvPr/>
          </p:nvSpPr>
          <p:spPr>
            <a:xfrm>
              <a:off x="0" y="-28575"/>
              <a:ext cx="3457621" cy="279438"/>
            </a:xfrm>
            <a:prstGeom prst="rect">
              <a:avLst/>
            </a:prstGeom>
            <a:noFill/>
            <a:ln>
              <a:noFill/>
            </a:ln>
          </p:spPr>
          <p:txBody>
            <a:bodyPr anchorCtr="0" anchor="ctr" bIns="56725" lIns="56725" spcFirstLastPara="1" rIns="56725" wrap="square" tIns="56725">
              <a:noAutofit/>
            </a:bodyPr>
            <a:lstStyle/>
            <a:p>
              <a:pPr indent="0" lvl="0" marL="0" marR="0" rtl="0" algn="ctr">
                <a:lnSpc>
                  <a:spcPct val="1181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14" name="Google Shape;214;p10"/>
          <p:cNvSpPr txBox="1"/>
          <p:nvPr/>
        </p:nvSpPr>
        <p:spPr>
          <a:xfrm>
            <a:off x="2788261" y="490827"/>
            <a:ext cx="12711479" cy="978510"/>
          </a:xfrm>
          <a:prstGeom prst="rect">
            <a:avLst/>
          </a:prstGeom>
          <a:noFill/>
          <a:ln>
            <a:noFill/>
          </a:ln>
        </p:spPr>
        <p:txBody>
          <a:bodyPr anchorCtr="0" anchor="t" bIns="0" lIns="0" spcFirstLastPara="1" rIns="0" wrap="square" tIns="0">
            <a:spAutoFit/>
          </a:bodyPr>
          <a:lstStyle/>
          <a:p>
            <a:pPr indent="0" lvl="0" marL="0" marR="0" rtl="0" algn="ctr">
              <a:lnSpc>
                <a:spcPct val="104000"/>
              </a:lnSpc>
              <a:spcBef>
                <a:spcPts val="0"/>
              </a:spcBef>
              <a:spcAft>
                <a:spcPts val="0"/>
              </a:spcAft>
              <a:buNone/>
            </a:pPr>
            <a:r>
              <a:rPr b="1" i="0" lang="en-US" sz="3350" u="none" cap="none" strike="noStrike">
                <a:solidFill>
                  <a:srgbClr val="FFFFFF"/>
                </a:solidFill>
                <a:latin typeface="Arial"/>
                <a:ea typeface="Arial"/>
                <a:cs typeface="Arial"/>
                <a:sym typeface="Arial"/>
              </a:rPr>
              <a:t>SKILL 8: LISTEN FOR DOUBLE NEGATIVE EXPRESSIONS</a:t>
            </a:r>
            <a:endParaRPr/>
          </a:p>
          <a:p>
            <a:pPr indent="0" lvl="0" marL="0" marR="0" rtl="0" algn="ctr">
              <a:lnSpc>
                <a:spcPct val="104000"/>
              </a:lnSpc>
              <a:spcBef>
                <a:spcPts val="0"/>
              </a:spcBef>
              <a:spcAft>
                <a:spcPts val="0"/>
              </a:spcAft>
              <a:buNone/>
            </a:pPr>
            <a:r>
              <a:t/>
            </a:r>
            <a:endParaRPr b="1" i="0" sz="3350" u="none" cap="none" strike="noStrike">
              <a:solidFill>
                <a:srgbClr val="FFFFFF"/>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11"/>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202" r="-2201" t="0"/>
            </a:stretch>
          </a:blipFill>
          <a:ln>
            <a:noFill/>
          </a:ln>
        </p:spPr>
      </p:sp>
      <p:grpSp>
        <p:nvGrpSpPr>
          <p:cNvPr id="220" name="Google Shape;220;p11"/>
          <p:cNvGrpSpPr/>
          <p:nvPr/>
        </p:nvGrpSpPr>
        <p:grpSpPr>
          <a:xfrm>
            <a:off x="1812826" y="127971"/>
            <a:ext cx="14662349" cy="1184983"/>
            <a:chOff x="0" y="-28575"/>
            <a:chExt cx="3457621" cy="279438"/>
          </a:xfrm>
        </p:grpSpPr>
        <p:sp>
          <p:nvSpPr>
            <p:cNvPr id="221" name="Google Shape;221;p11"/>
            <p:cNvSpPr/>
            <p:nvPr/>
          </p:nvSpPr>
          <p:spPr>
            <a:xfrm>
              <a:off x="0" y="0"/>
              <a:ext cx="3457621" cy="250863"/>
            </a:xfrm>
            <a:custGeom>
              <a:rect b="b" l="l" r="r" t="t"/>
              <a:pathLst>
                <a:path extrusionOk="0" h="250863" w="3457621">
                  <a:moveTo>
                    <a:pt x="0" y="0"/>
                  </a:moveTo>
                  <a:lnTo>
                    <a:pt x="3457621" y="0"/>
                  </a:lnTo>
                  <a:lnTo>
                    <a:pt x="3457621" y="250863"/>
                  </a:lnTo>
                  <a:lnTo>
                    <a:pt x="0" y="250863"/>
                  </a:lnTo>
                  <a:close/>
                </a:path>
              </a:pathLst>
            </a:custGeom>
            <a:gradFill>
              <a:gsLst>
                <a:gs pos="0">
                  <a:srgbClr val="0C2756"/>
                </a:gs>
                <a:gs pos="50000">
                  <a:srgbClr val="1D629A"/>
                </a:gs>
                <a:gs pos="100000">
                  <a:srgbClr val="0C2756"/>
                </a:gs>
              </a:gsLst>
              <a:lin ang="0" scaled="0"/>
            </a:gradFill>
            <a:ln>
              <a:noFill/>
            </a:ln>
          </p:spPr>
        </p:sp>
        <p:sp>
          <p:nvSpPr>
            <p:cNvPr id="222" name="Google Shape;222;p11"/>
            <p:cNvSpPr txBox="1"/>
            <p:nvPr/>
          </p:nvSpPr>
          <p:spPr>
            <a:xfrm>
              <a:off x="0" y="-28575"/>
              <a:ext cx="3457621" cy="279438"/>
            </a:xfrm>
            <a:prstGeom prst="rect">
              <a:avLst/>
            </a:prstGeom>
            <a:noFill/>
            <a:ln>
              <a:noFill/>
            </a:ln>
          </p:spPr>
          <p:txBody>
            <a:bodyPr anchorCtr="0" anchor="ctr" bIns="56725" lIns="56725" spcFirstLastPara="1" rIns="56725" wrap="square" tIns="56725">
              <a:noAutofit/>
            </a:bodyPr>
            <a:lstStyle/>
            <a:p>
              <a:pPr indent="0" lvl="0" marL="0" marR="0" rtl="0" algn="ctr">
                <a:lnSpc>
                  <a:spcPct val="1181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23" name="Google Shape;223;p11"/>
          <p:cNvSpPr/>
          <p:nvPr/>
        </p:nvSpPr>
        <p:spPr>
          <a:xfrm>
            <a:off x="3040214" y="1907049"/>
            <a:ext cx="12207573" cy="7095652"/>
          </a:xfrm>
          <a:custGeom>
            <a:rect b="b" l="l" r="r" t="t"/>
            <a:pathLst>
              <a:path extrusionOk="0" h="7095652" w="12207573">
                <a:moveTo>
                  <a:pt x="0" y="0"/>
                </a:moveTo>
                <a:lnTo>
                  <a:pt x="12207572" y="0"/>
                </a:lnTo>
                <a:lnTo>
                  <a:pt x="12207572" y="7095652"/>
                </a:lnTo>
                <a:lnTo>
                  <a:pt x="0" y="7095652"/>
                </a:lnTo>
                <a:lnTo>
                  <a:pt x="0" y="0"/>
                </a:lnTo>
                <a:close/>
              </a:path>
            </a:pathLst>
          </a:custGeom>
          <a:blipFill rotWithShape="1">
            <a:blip r:embed="rId4">
              <a:alphaModFix/>
            </a:blip>
            <a:stretch>
              <a:fillRect b="0" l="0" r="0" t="0"/>
            </a:stretch>
          </a:blipFill>
          <a:ln>
            <a:noFill/>
          </a:ln>
        </p:spPr>
      </p:sp>
      <p:sp>
        <p:nvSpPr>
          <p:cNvPr id="224" name="Google Shape;224;p11"/>
          <p:cNvSpPr txBox="1"/>
          <p:nvPr/>
        </p:nvSpPr>
        <p:spPr>
          <a:xfrm>
            <a:off x="2788261" y="490827"/>
            <a:ext cx="12711479" cy="542347"/>
          </a:xfrm>
          <a:prstGeom prst="rect">
            <a:avLst/>
          </a:prstGeom>
          <a:noFill/>
          <a:ln>
            <a:noFill/>
          </a:ln>
        </p:spPr>
        <p:txBody>
          <a:bodyPr anchorCtr="0" anchor="t" bIns="0" lIns="0" spcFirstLastPara="1" rIns="0" wrap="square" tIns="0">
            <a:spAutoFit/>
          </a:bodyPr>
          <a:lstStyle/>
          <a:p>
            <a:pPr indent="0" lvl="0" marL="0" marR="0" rtl="0" algn="ctr">
              <a:lnSpc>
                <a:spcPct val="104000"/>
              </a:lnSpc>
              <a:spcBef>
                <a:spcPts val="0"/>
              </a:spcBef>
              <a:spcAft>
                <a:spcPts val="0"/>
              </a:spcAft>
              <a:buNone/>
            </a:pPr>
            <a:r>
              <a:rPr b="1" i="0" lang="en-US" sz="3350" u="none" cap="none" strike="noStrike">
                <a:solidFill>
                  <a:srgbClr val="FFFFFF"/>
                </a:solidFill>
                <a:latin typeface="Arial"/>
                <a:ea typeface="Arial"/>
                <a:cs typeface="Arial"/>
                <a:sym typeface="Arial"/>
              </a:rPr>
              <a:t>SKILL 8 : LISTEN FOR DOUBLE NEGATIVE EXRESSIONS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12"/>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202" r="-2201" t="0"/>
            </a:stretch>
          </a:blipFill>
          <a:ln>
            <a:noFill/>
          </a:ln>
        </p:spPr>
      </p:sp>
      <p:grpSp>
        <p:nvGrpSpPr>
          <p:cNvPr id="230" name="Google Shape;230;p12"/>
          <p:cNvGrpSpPr/>
          <p:nvPr/>
        </p:nvGrpSpPr>
        <p:grpSpPr>
          <a:xfrm>
            <a:off x="1812826" y="127971"/>
            <a:ext cx="14662349" cy="1184983"/>
            <a:chOff x="0" y="-28575"/>
            <a:chExt cx="3457621" cy="279438"/>
          </a:xfrm>
        </p:grpSpPr>
        <p:sp>
          <p:nvSpPr>
            <p:cNvPr id="231" name="Google Shape;231;p12"/>
            <p:cNvSpPr/>
            <p:nvPr/>
          </p:nvSpPr>
          <p:spPr>
            <a:xfrm>
              <a:off x="0" y="0"/>
              <a:ext cx="3457621" cy="250863"/>
            </a:xfrm>
            <a:custGeom>
              <a:rect b="b" l="l" r="r" t="t"/>
              <a:pathLst>
                <a:path extrusionOk="0" h="250863" w="3457621">
                  <a:moveTo>
                    <a:pt x="0" y="0"/>
                  </a:moveTo>
                  <a:lnTo>
                    <a:pt x="3457621" y="0"/>
                  </a:lnTo>
                  <a:lnTo>
                    <a:pt x="3457621" y="250863"/>
                  </a:lnTo>
                  <a:lnTo>
                    <a:pt x="0" y="250863"/>
                  </a:lnTo>
                  <a:close/>
                </a:path>
              </a:pathLst>
            </a:custGeom>
            <a:gradFill>
              <a:gsLst>
                <a:gs pos="0">
                  <a:srgbClr val="0C2756"/>
                </a:gs>
                <a:gs pos="50000">
                  <a:srgbClr val="1D629A"/>
                </a:gs>
                <a:gs pos="100000">
                  <a:srgbClr val="0C2756"/>
                </a:gs>
              </a:gsLst>
              <a:lin ang="0" scaled="0"/>
            </a:gradFill>
            <a:ln>
              <a:noFill/>
            </a:ln>
          </p:spPr>
        </p:sp>
        <p:sp>
          <p:nvSpPr>
            <p:cNvPr id="232" name="Google Shape;232;p12"/>
            <p:cNvSpPr txBox="1"/>
            <p:nvPr/>
          </p:nvSpPr>
          <p:spPr>
            <a:xfrm>
              <a:off x="0" y="-28575"/>
              <a:ext cx="3457621" cy="279438"/>
            </a:xfrm>
            <a:prstGeom prst="rect">
              <a:avLst/>
            </a:prstGeom>
            <a:noFill/>
            <a:ln>
              <a:noFill/>
            </a:ln>
          </p:spPr>
          <p:txBody>
            <a:bodyPr anchorCtr="0" anchor="ctr" bIns="56725" lIns="56725" spcFirstLastPara="1" rIns="56725" wrap="square" tIns="56725">
              <a:noAutofit/>
            </a:bodyPr>
            <a:lstStyle/>
            <a:p>
              <a:pPr indent="0" lvl="0" marL="0" marR="0" rtl="0" algn="ctr">
                <a:lnSpc>
                  <a:spcPct val="1181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33" name="Google Shape;233;p12"/>
          <p:cNvSpPr txBox="1"/>
          <p:nvPr/>
        </p:nvSpPr>
        <p:spPr>
          <a:xfrm>
            <a:off x="2788261" y="490827"/>
            <a:ext cx="12711479" cy="542347"/>
          </a:xfrm>
          <a:prstGeom prst="rect">
            <a:avLst/>
          </a:prstGeom>
          <a:noFill/>
          <a:ln>
            <a:noFill/>
          </a:ln>
        </p:spPr>
        <p:txBody>
          <a:bodyPr anchorCtr="0" anchor="t" bIns="0" lIns="0" spcFirstLastPara="1" rIns="0" wrap="square" tIns="0">
            <a:spAutoFit/>
          </a:bodyPr>
          <a:lstStyle/>
          <a:p>
            <a:pPr indent="0" lvl="0" marL="0" marR="0" rtl="0" algn="ctr">
              <a:lnSpc>
                <a:spcPct val="104000"/>
              </a:lnSpc>
              <a:spcBef>
                <a:spcPts val="0"/>
              </a:spcBef>
              <a:spcAft>
                <a:spcPts val="0"/>
              </a:spcAft>
              <a:buNone/>
            </a:pPr>
            <a:r>
              <a:rPr b="1" i="0" lang="en-US" sz="3350" u="none" cap="none" strike="noStrike">
                <a:solidFill>
                  <a:srgbClr val="FFFFFF"/>
                </a:solidFill>
                <a:latin typeface="Arial"/>
                <a:ea typeface="Arial"/>
                <a:cs typeface="Arial"/>
                <a:sym typeface="Arial"/>
              </a:rPr>
              <a:t>EXERCISE 8</a:t>
            </a:r>
            <a:endParaRPr/>
          </a:p>
        </p:txBody>
      </p:sp>
      <p:grpSp>
        <p:nvGrpSpPr>
          <p:cNvPr id="234" name="Google Shape;234;p12"/>
          <p:cNvGrpSpPr/>
          <p:nvPr/>
        </p:nvGrpSpPr>
        <p:grpSpPr>
          <a:xfrm>
            <a:off x="756255" y="1890409"/>
            <a:ext cx="17112866" cy="7573680"/>
            <a:chOff x="0" y="-133350"/>
            <a:chExt cx="22817155" cy="10098240"/>
          </a:xfrm>
        </p:grpSpPr>
        <p:sp>
          <p:nvSpPr>
            <p:cNvPr id="235" name="Google Shape;235;p12"/>
            <p:cNvSpPr txBox="1"/>
            <p:nvPr/>
          </p:nvSpPr>
          <p:spPr>
            <a:xfrm>
              <a:off x="0" y="-133350"/>
              <a:ext cx="22367400" cy="4803600"/>
            </a:xfrm>
            <a:prstGeom prst="rect">
              <a:avLst/>
            </a:prstGeom>
            <a:noFill/>
            <a:ln>
              <a:noFill/>
            </a:ln>
          </p:spPr>
          <p:txBody>
            <a:bodyPr anchorCtr="0" anchor="t" bIns="0" lIns="0" spcFirstLastPara="1" rIns="0" wrap="square" tIns="0">
              <a:spAutoFit/>
            </a:bodyPr>
            <a:lstStyle/>
            <a:p>
              <a:pPr indent="0" lvl="0" marL="0" marR="0" rtl="0" algn="just">
                <a:lnSpc>
                  <a:spcPct val="131000"/>
                </a:lnSpc>
                <a:spcBef>
                  <a:spcPts val="0"/>
                </a:spcBef>
                <a:spcAft>
                  <a:spcPts val="0"/>
                </a:spcAft>
                <a:buNone/>
              </a:pPr>
              <a:r>
                <a:rPr b="0" i="0" lang="en-US" sz="3100" u="none" cap="none" strike="noStrike">
                  <a:solidFill>
                    <a:srgbClr val="000000"/>
                  </a:solidFill>
                  <a:latin typeface="Arial"/>
                  <a:ea typeface="Arial"/>
                  <a:cs typeface="Arial"/>
                  <a:sym typeface="Arial"/>
                </a:rPr>
                <a:t>In this exercise, underline the two negatives in the last line of each short dialogue. Then read the question and choose the best answer to that question. Remember that two negatives can make the sentence positive. </a:t>
              </a:r>
              <a:endParaRPr b="0" i="0" sz="3100" u="none" cap="none" strike="noStrike">
                <a:solidFill>
                  <a:srgbClr val="000000"/>
                </a:solidFill>
                <a:latin typeface="Arial"/>
                <a:ea typeface="Arial"/>
                <a:cs typeface="Arial"/>
                <a:sym typeface="Arial"/>
              </a:endParaRPr>
            </a:p>
            <a:p>
              <a:pPr indent="0" lvl="0" marL="0" marR="0" rtl="0" algn="just">
                <a:lnSpc>
                  <a:spcPct val="131000"/>
                </a:lnSpc>
                <a:spcBef>
                  <a:spcPts val="0"/>
                </a:spcBef>
                <a:spcAft>
                  <a:spcPts val="0"/>
                </a:spcAft>
                <a:buNone/>
              </a:pPr>
              <a:r>
                <a:t/>
              </a:r>
              <a:endParaRPr sz="3100"/>
            </a:p>
            <a:p>
              <a:pPr indent="-425450" lvl="0" marL="457200" marR="0" rtl="0" algn="just">
                <a:lnSpc>
                  <a:spcPct val="131000"/>
                </a:lnSpc>
                <a:spcBef>
                  <a:spcPts val="0"/>
                </a:spcBef>
                <a:spcAft>
                  <a:spcPts val="0"/>
                </a:spcAft>
                <a:buSzPts val="3100"/>
                <a:buAutoNum type="arabicPeriod"/>
              </a:pPr>
              <a:r>
                <a:t/>
              </a:r>
              <a:endParaRPr sz="3100"/>
            </a:p>
            <a:p>
              <a:pPr indent="0" lvl="0" marL="0" marR="0" rtl="0" algn="just">
                <a:lnSpc>
                  <a:spcPct val="131000"/>
                </a:lnSpc>
                <a:spcBef>
                  <a:spcPts val="0"/>
                </a:spcBef>
                <a:spcAft>
                  <a:spcPts val="0"/>
                </a:spcAft>
                <a:buNone/>
              </a:pPr>
              <a:r>
                <a:t/>
              </a:r>
              <a:endParaRPr b="0" i="0" sz="3100" u="none" cap="none" strike="noStrike">
                <a:solidFill>
                  <a:srgbClr val="000000"/>
                </a:solidFill>
                <a:latin typeface="Arial"/>
                <a:ea typeface="Arial"/>
                <a:cs typeface="Arial"/>
                <a:sym typeface="Arial"/>
              </a:endParaRPr>
            </a:p>
          </p:txBody>
        </p:sp>
        <p:sp>
          <p:nvSpPr>
            <p:cNvPr id="236" name="Google Shape;236;p12"/>
            <p:cNvSpPr txBox="1"/>
            <p:nvPr/>
          </p:nvSpPr>
          <p:spPr>
            <a:xfrm>
              <a:off x="449755" y="3176490"/>
              <a:ext cx="22367400" cy="6788400"/>
            </a:xfrm>
            <a:prstGeom prst="rect">
              <a:avLst/>
            </a:prstGeom>
            <a:noFill/>
            <a:ln>
              <a:noFill/>
            </a:ln>
          </p:spPr>
          <p:txBody>
            <a:bodyPr anchorCtr="0" anchor="t" bIns="0" lIns="0" spcFirstLastPara="1" rIns="0" wrap="square" tIns="0">
              <a:spAutoFit/>
            </a:bodyPr>
            <a:lstStyle/>
            <a:p>
              <a:pPr indent="0" lvl="0" marL="0" marR="0" rtl="0" algn="just">
                <a:lnSpc>
                  <a:spcPct val="131000"/>
                </a:lnSpc>
                <a:spcBef>
                  <a:spcPts val="0"/>
                </a:spcBef>
                <a:spcAft>
                  <a:spcPts val="0"/>
                </a:spcAft>
                <a:buNone/>
              </a:pPr>
              <a:r>
                <a:rPr b="0" i="0" lang="en-US" sz="3100" u="none" cap="none" strike="noStrike">
                  <a:solidFill>
                    <a:srgbClr val="000000"/>
                  </a:solidFill>
                  <a:latin typeface="Arial"/>
                  <a:ea typeface="Arial"/>
                  <a:cs typeface="Arial"/>
                  <a:sym typeface="Arial"/>
                </a:rPr>
                <a:t>(man) Paula, you worked so hard setting up the field trip. </a:t>
              </a:r>
              <a:endParaRPr sz="3100"/>
            </a:p>
            <a:p>
              <a:pPr indent="0" lvl="0" marL="0" marR="0" rtl="0" algn="just">
                <a:lnSpc>
                  <a:spcPct val="131000"/>
                </a:lnSpc>
                <a:spcBef>
                  <a:spcPts val="0"/>
                </a:spcBef>
                <a:spcAft>
                  <a:spcPts val="0"/>
                </a:spcAft>
                <a:buNone/>
              </a:pPr>
              <a:r>
                <a:rPr b="0" i="0" lang="en-US" sz="3100" u="none" cap="none" strike="noStrike">
                  <a:solidFill>
                    <a:srgbClr val="000000"/>
                  </a:solidFill>
                  <a:latin typeface="Arial"/>
                  <a:ea typeface="Arial"/>
                  <a:cs typeface="Arial"/>
                  <a:sym typeface="Arial"/>
                </a:rPr>
                <a:t>(woman) I hope no one’s unhappy with the arrangements. </a:t>
              </a:r>
              <a:endParaRPr sz="3100"/>
            </a:p>
            <a:p>
              <a:pPr indent="0" lvl="0" marL="0" marR="0" rtl="0" algn="just">
                <a:lnSpc>
                  <a:spcPct val="131000"/>
                </a:lnSpc>
                <a:spcBef>
                  <a:spcPts val="0"/>
                </a:spcBef>
                <a:spcAft>
                  <a:spcPts val="0"/>
                </a:spcAft>
                <a:buNone/>
              </a:pPr>
              <a:r>
                <a:rPr b="0" i="0" lang="en-US" sz="3100" u="none" cap="none" strike="noStrike">
                  <a:solidFill>
                    <a:srgbClr val="000000"/>
                  </a:solidFill>
                  <a:latin typeface="Arial"/>
                  <a:ea typeface="Arial"/>
                  <a:cs typeface="Arial"/>
                  <a:sym typeface="Arial"/>
                </a:rPr>
                <a:t>(narrator) What does Paula mean? </a:t>
              </a:r>
              <a:endParaRPr sz="3100"/>
            </a:p>
            <a:p>
              <a:pPr indent="0" lvl="0" marL="0" marR="0" rtl="0" algn="just">
                <a:lnSpc>
                  <a:spcPct val="50000"/>
                </a:lnSpc>
                <a:spcBef>
                  <a:spcPts val="0"/>
                </a:spcBef>
                <a:spcAft>
                  <a:spcPts val="0"/>
                </a:spcAft>
                <a:buNone/>
              </a:pPr>
              <a:r>
                <a:t/>
              </a:r>
              <a:endParaRPr b="0" i="0" sz="3100" u="none" cap="none" strike="noStrike">
                <a:solidFill>
                  <a:srgbClr val="000000"/>
                </a:solidFill>
                <a:latin typeface="Arial"/>
                <a:ea typeface="Arial"/>
                <a:cs typeface="Arial"/>
                <a:sym typeface="Arial"/>
              </a:endParaRPr>
            </a:p>
            <a:p>
              <a:pPr indent="0" lvl="0" marL="0" marR="0" rtl="0" algn="just">
                <a:lnSpc>
                  <a:spcPct val="131000"/>
                </a:lnSpc>
                <a:spcBef>
                  <a:spcPts val="0"/>
                </a:spcBef>
                <a:spcAft>
                  <a:spcPts val="0"/>
                </a:spcAft>
                <a:buNone/>
              </a:pPr>
              <a:r>
                <a:rPr b="0" i="0" lang="en-US" sz="3100" u="none" cap="none" strike="noStrike">
                  <a:solidFill>
                    <a:srgbClr val="000000"/>
                  </a:solidFill>
                  <a:latin typeface="Arial"/>
                  <a:ea typeface="Arial"/>
                  <a:cs typeface="Arial"/>
                  <a:sym typeface="Arial"/>
                </a:rPr>
                <a:t>(A) She hopes everyone will be pleased. </a:t>
              </a:r>
              <a:endParaRPr sz="3100"/>
            </a:p>
            <a:p>
              <a:pPr indent="0" lvl="0" marL="0" marR="0" rtl="0" algn="just">
                <a:lnSpc>
                  <a:spcPct val="131000"/>
                </a:lnSpc>
                <a:spcBef>
                  <a:spcPts val="0"/>
                </a:spcBef>
                <a:spcAft>
                  <a:spcPts val="0"/>
                </a:spcAft>
                <a:buNone/>
              </a:pPr>
              <a:r>
                <a:rPr b="0" i="0" lang="en-US" sz="3100" u="none" cap="none" strike="noStrike">
                  <a:solidFill>
                    <a:srgbClr val="000000"/>
                  </a:solidFill>
                  <a:latin typeface="Arial"/>
                  <a:ea typeface="Arial"/>
                  <a:cs typeface="Arial"/>
                  <a:sym typeface="Arial"/>
                </a:rPr>
                <a:t>(B) She knows no one is happy with what she has done. </a:t>
              </a:r>
              <a:endParaRPr sz="3100"/>
            </a:p>
            <a:p>
              <a:pPr indent="0" lvl="0" marL="0" marR="0" rtl="0" algn="just">
                <a:lnSpc>
                  <a:spcPct val="131000"/>
                </a:lnSpc>
                <a:spcBef>
                  <a:spcPts val="0"/>
                </a:spcBef>
                <a:spcAft>
                  <a:spcPts val="0"/>
                </a:spcAft>
                <a:buNone/>
              </a:pPr>
              <a:r>
                <a:rPr b="0" i="0" lang="en-US" sz="3100" u="none" cap="none" strike="noStrike">
                  <a:solidFill>
                    <a:srgbClr val="000000"/>
                  </a:solidFill>
                  <a:latin typeface="Arial"/>
                  <a:ea typeface="Arial"/>
                  <a:cs typeface="Arial"/>
                  <a:sym typeface="Arial"/>
                </a:rPr>
                <a:t>(C) She’s arranged to take a trip because she’s unhappy. </a:t>
              </a:r>
              <a:endParaRPr sz="3100"/>
            </a:p>
            <a:p>
              <a:pPr indent="0" lvl="0" marL="0" marR="0" rtl="0" algn="just">
                <a:lnSpc>
                  <a:spcPct val="131000"/>
                </a:lnSpc>
                <a:spcBef>
                  <a:spcPts val="0"/>
                </a:spcBef>
                <a:spcAft>
                  <a:spcPts val="0"/>
                </a:spcAft>
                <a:buNone/>
              </a:pPr>
              <a:r>
                <a:rPr b="0" i="0" lang="en-US" sz="3100" u="none" cap="none" strike="noStrike">
                  <a:solidFill>
                    <a:srgbClr val="000000"/>
                  </a:solidFill>
                  <a:latin typeface="Arial"/>
                  <a:ea typeface="Arial"/>
                  <a:cs typeface="Arial"/>
                  <a:sym typeface="Arial"/>
                </a:rPr>
                <a:t>(D) Everyone’s happy with the condition of the field.</a:t>
              </a:r>
              <a:endParaRPr sz="3100"/>
            </a:p>
            <a:p>
              <a:pPr indent="0" lvl="0" marL="0" marR="0" rtl="0" algn="just">
                <a:lnSpc>
                  <a:spcPct val="131000"/>
                </a:lnSpc>
                <a:spcBef>
                  <a:spcPts val="0"/>
                </a:spcBef>
                <a:spcAft>
                  <a:spcPts val="0"/>
                </a:spcAft>
                <a:buNone/>
              </a:pPr>
              <a:r>
                <a:t/>
              </a:r>
              <a:endParaRPr b="0" i="0" sz="3100" u="none" cap="none" strike="noStrike">
                <a:solidFill>
                  <a:srgbClr val="000000"/>
                </a:solidFill>
                <a:latin typeface="Arial"/>
                <a:ea typeface="Arial"/>
                <a:cs typeface="Arial"/>
                <a:sym typeface="Arial"/>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13"/>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202" r="-2201" t="0"/>
            </a:stretch>
          </a:blipFill>
          <a:ln>
            <a:noFill/>
          </a:ln>
        </p:spPr>
      </p:sp>
      <p:grpSp>
        <p:nvGrpSpPr>
          <p:cNvPr id="242" name="Google Shape;242;p13"/>
          <p:cNvGrpSpPr/>
          <p:nvPr/>
        </p:nvGrpSpPr>
        <p:grpSpPr>
          <a:xfrm>
            <a:off x="616191" y="467550"/>
            <a:ext cx="17793104" cy="9392400"/>
            <a:chOff x="0" y="-556683"/>
            <a:chExt cx="23724139" cy="12523200"/>
          </a:xfrm>
        </p:grpSpPr>
        <p:sp>
          <p:nvSpPr>
            <p:cNvPr id="243" name="Google Shape;243;p13"/>
            <p:cNvSpPr txBox="1"/>
            <p:nvPr/>
          </p:nvSpPr>
          <p:spPr>
            <a:xfrm>
              <a:off x="519439" y="-556683"/>
              <a:ext cx="23204700" cy="12523200"/>
            </a:xfrm>
            <a:prstGeom prst="rect">
              <a:avLst/>
            </a:prstGeom>
            <a:noFill/>
            <a:ln>
              <a:noFill/>
            </a:ln>
          </p:spPr>
          <p:txBody>
            <a:bodyPr anchorCtr="0" anchor="t" bIns="0" lIns="0" spcFirstLastPara="1" rIns="0" wrap="square" tIns="0">
              <a:spAutoFit/>
            </a:bodyPr>
            <a:lstStyle/>
            <a:p>
              <a:pPr indent="0" lvl="0" marL="0" marR="0" rtl="0" algn="just">
                <a:lnSpc>
                  <a:spcPct val="131000"/>
                </a:lnSpc>
                <a:spcBef>
                  <a:spcPts val="0"/>
                </a:spcBef>
                <a:spcAft>
                  <a:spcPts val="0"/>
                </a:spcAft>
                <a:buNone/>
              </a:pPr>
              <a:r>
                <a:rPr b="0" i="0" lang="en-US" sz="3000" u="none" cap="none" strike="noStrike">
                  <a:solidFill>
                    <a:srgbClr val="000000"/>
                  </a:solidFill>
                  <a:latin typeface="Arial"/>
                  <a:ea typeface="Arial"/>
                  <a:cs typeface="Arial"/>
                  <a:sym typeface="Arial"/>
                </a:rPr>
                <a:t>(woman) How was your history exam? </a:t>
              </a:r>
              <a:endParaRPr sz="3000"/>
            </a:p>
            <a:p>
              <a:pPr indent="0" lvl="0" marL="0" marR="0" rtl="0" algn="just">
                <a:lnSpc>
                  <a:spcPct val="131000"/>
                </a:lnSpc>
                <a:spcBef>
                  <a:spcPts val="0"/>
                </a:spcBef>
                <a:spcAft>
                  <a:spcPts val="0"/>
                </a:spcAft>
                <a:buNone/>
              </a:pPr>
              <a:r>
                <a:rPr b="0" i="0" lang="en-US" sz="3000" u="none" cap="none" strike="noStrike">
                  <a:solidFill>
                    <a:srgbClr val="000000"/>
                  </a:solidFill>
                  <a:latin typeface="Arial"/>
                  <a:ea typeface="Arial"/>
                  <a:cs typeface="Arial"/>
                  <a:sym typeface="Arial"/>
                </a:rPr>
                <a:t>(man) I didn’t study enough, so I didn’t do well.  </a:t>
              </a:r>
              <a:endParaRPr sz="3000"/>
            </a:p>
            <a:p>
              <a:pPr indent="0" lvl="0" marL="0" marR="0" rtl="0" algn="just">
                <a:lnSpc>
                  <a:spcPct val="131000"/>
                </a:lnSpc>
                <a:spcBef>
                  <a:spcPts val="0"/>
                </a:spcBef>
                <a:spcAft>
                  <a:spcPts val="0"/>
                </a:spcAft>
                <a:buNone/>
              </a:pPr>
              <a:r>
                <a:rPr b="0" i="0" lang="en-US" sz="3000" u="none" cap="none" strike="noStrike">
                  <a:solidFill>
                    <a:srgbClr val="000000"/>
                  </a:solidFill>
                  <a:latin typeface="Arial"/>
                  <a:ea typeface="Arial"/>
                  <a:cs typeface="Arial"/>
                  <a:sym typeface="Arial"/>
                </a:rPr>
                <a:t>(narrator) What does the man mean?</a:t>
              </a:r>
              <a:endParaRPr sz="3000"/>
            </a:p>
            <a:p>
              <a:pPr indent="0" lvl="0" marL="0" marR="0" rtl="0" algn="just">
                <a:lnSpc>
                  <a:spcPct val="50000"/>
                </a:lnSpc>
                <a:spcBef>
                  <a:spcPts val="0"/>
                </a:spcBef>
                <a:spcAft>
                  <a:spcPts val="0"/>
                </a:spcAft>
                <a:buNone/>
              </a:pPr>
              <a:r>
                <a:rPr b="0" i="0" lang="en-US" sz="3000" u="none" cap="none" strike="noStrike">
                  <a:solidFill>
                    <a:srgbClr val="000000"/>
                  </a:solidFill>
                  <a:latin typeface="Arial"/>
                  <a:ea typeface="Arial"/>
                  <a:cs typeface="Arial"/>
                  <a:sym typeface="Arial"/>
                </a:rPr>
                <a:t> </a:t>
              </a:r>
              <a:endParaRPr sz="3000"/>
            </a:p>
            <a:p>
              <a:pPr indent="0" lvl="0" marL="0" marR="0" rtl="0" algn="just">
                <a:lnSpc>
                  <a:spcPct val="131000"/>
                </a:lnSpc>
                <a:spcBef>
                  <a:spcPts val="0"/>
                </a:spcBef>
                <a:spcAft>
                  <a:spcPts val="0"/>
                </a:spcAft>
                <a:buNone/>
              </a:pPr>
              <a:r>
                <a:rPr b="0" i="0" lang="en-US" sz="3000" u="none" cap="none" strike="noStrike">
                  <a:solidFill>
                    <a:srgbClr val="000000"/>
                  </a:solidFill>
                  <a:latin typeface="Arial"/>
                  <a:ea typeface="Arial"/>
                  <a:cs typeface="Arial"/>
                  <a:sym typeface="Arial"/>
                </a:rPr>
                <a:t>(A) He studied a lot and passed. </a:t>
              </a:r>
              <a:endParaRPr sz="3000"/>
            </a:p>
            <a:p>
              <a:pPr indent="0" lvl="0" marL="0" marR="0" rtl="0" algn="just">
                <a:lnSpc>
                  <a:spcPct val="131000"/>
                </a:lnSpc>
                <a:spcBef>
                  <a:spcPts val="0"/>
                </a:spcBef>
                <a:spcAft>
                  <a:spcPts val="0"/>
                </a:spcAft>
                <a:buNone/>
              </a:pPr>
              <a:r>
                <a:rPr b="0" i="0" lang="en-US" sz="3000" u="none" cap="none" strike="noStrike">
                  <a:solidFill>
                    <a:srgbClr val="000000"/>
                  </a:solidFill>
                  <a:latin typeface="Arial"/>
                  <a:ea typeface="Arial"/>
                  <a:cs typeface="Arial"/>
                  <a:sym typeface="Arial"/>
                </a:rPr>
                <a:t>(B) He failed in spite of his effort. </a:t>
              </a:r>
              <a:endParaRPr sz="3000"/>
            </a:p>
            <a:p>
              <a:pPr indent="0" lvl="0" marL="0" marR="0" rtl="0" algn="just">
                <a:lnSpc>
                  <a:spcPct val="131000"/>
                </a:lnSpc>
                <a:spcBef>
                  <a:spcPts val="0"/>
                </a:spcBef>
                <a:spcAft>
                  <a:spcPts val="0"/>
                </a:spcAft>
                <a:buNone/>
              </a:pPr>
              <a:r>
                <a:rPr b="0" i="0" lang="en-US" sz="3000" u="none" cap="none" strike="noStrike">
                  <a:solidFill>
                    <a:srgbClr val="000000"/>
                  </a:solidFill>
                  <a:latin typeface="Arial"/>
                  <a:ea typeface="Arial"/>
                  <a:cs typeface="Arial"/>
                  <a:sym typeface="Arial"/>
                </a:rPr>
                <a:t>(C) He got a good grade even though he didn’t study. </a:t>
              </a:r>
              <a:endParaRPr sz="3000"/>
            </a:p>
            <a:p>
              <a:pPr indent="0" lvl="0" marL="0" marR="0" rtl="0" algn="just">
                <a:lnSpc>
                  <a:spcPct val="131000"/>
                </a:lnSpc>
                <a:spcBef>
                  <a:spcPts val="0"/>
                </a:spcBef>
                <a:spcAft>
                  <a:spcPts val="0"/>
                </a:spcAft>
                <a:buNone/>
              </a:pPr>
              <a:r>
                <a:rPr b="0" i="0" lang="en-US" sz="3000" u="none" cap="none" strike="noStrike">
                  <a:solidFill>
                    <a:srgbClr val="000000"/>
                  </a:solidFill>
                  <a:latin typeface="Arial"/>
                  <a:ea typeface="Arial"/>
                  <a:cs typeface="Arial"/>
                  <a:sym typeface="Arial"/>
                </a:rPr>
                <a:t>(D) His grade was poor because of inadequate preparation</a:t>
              </a:r>
              <a:endParaRPr sz="3000"/>
            </a:p>
            <a:p>
              <a:pPr indent="0" lvl="0" marL="0" marR="0" rtl="0" algn="just">
                <a:lnSpc>
                  <a:spcPct val="131000"/>
                </a:lnSpc>
                <a:spcBef>
                  <a:spcPts val="0"/>
                </a:spcBef>
                <a:spcAft>
                  <a:spcPts val="0"/>
                </a:spcAft>
                <a:buNone/>
              </a:pPr>
              <a:r>
                <a:t/>
              </a:r>
              <a:endParaRPr b="0" i="0" sz="3000" u="none" cap="none" strike="noStrike">
                <a:solidFill>
                  <a:srgbClr val="000000"/>
                </a:solidFill>
                <a:latin typeface="Arial"/>
                <a:ea typeface="Arial"/>
                <a:cs typeface="Arial"/>
                <a:sym typeface="Arial"/>
              </a:endParaRPr>
            </a:p>
            <a:p>
              <a:pPr indent="0" lvl="0" marL="0" marR="0" rtl="0" algn="just">
                <a:lnSpc>
                  <a:spcPct val="131000"/>
                </a:lnSpc>
                <a:spcBef>
                  <a:spcPts val="0"/>
                </a:spcBef>
                <a:spcAft>
                  <a:spcPts val="0"/>
                </a:spcAft>
                <a:buNone/>
              </a:pPr>
              <a:r>
                <a:rPr b="0" i="0" lang="en-US" sz="3000" u="none" cap="none" strike="noStrike">
                  <a:solidFill>
                    <a:srgbClr val="000000"/>
                  </a:solidFill>
                  <a:latin typeface="Arial"/>
                  <a:ea typeface="Arial"/>
                  <a:cs typeface="Arial"/>
                  <a:sym typeface="Arial"/>
                </a:rPr>
                <a:t>(man) Were your friends able to get tickets for the concert?</a:t>
              </a:r>
              <a:endParaRPr sz="3000"/>
            </a:p>
            <a:p>
              <a:pPr indent="0" lvl="0" marL="0" marR="0" rtl="0" algn="just">
                <a:lnSpc>
                  <a:spcPct val="131000"/>
                </a:lnSpc>
                <a:spcBef>
                  <a:spcPts val="0"/>
                </a:spcBef>
                <a:spcAft>
                  <a:spcPts val="0"/>
                </a:spcAft>
                <a:buNone/>
              </a:pPr>
              <a:r>
                <a:rPr b="0" i="0" lang="en-US" sz="3000" u="none" cap="none" strike="noStrike">
                  <a:solidFill>
                    <a:srgbClr val="000000"/>
                  </a:solidFill>
                  <a:latin typeface="Arial"/>
                  <a:ea typeface="Arial"/>
                  <a:cs typeface="Arial"/>
                  <a:sym typeface="Arial"/>
                </a:rPr>
                <a:t>(woman) Mark couldn’t get tickets for the concert, and neither could Paul. </a:t>
              </a:r>
              <a:endParaRPr sz="3000"/>
            </a:p>
            <a:p>
              <a:pPr indent="0" lvl="0" marL="0" marR="0" rtl="0" algn="just">
                <a:lnSpc>
                  <a:spcPct val="131000"/>
                </a:lnSpc>
                <a:spcBef>
                  <a:spcPts val="0"/>
                </a:spcBef>
                <a:spcAft>
                  <a:spcPts val="0"/>
                </a:spcAft>
                <a:buNone/>
              </a:pPr>
              <a:r>
                <a:rPr b="0" i="0" lang="en-US" sz="3000" u="none" cap="none" strike="noStrike">
                  <a:solidFill>
                    <a:srgbClr val="000000"/>
                  </a:solidFill>
                  <a:latin typeface="Arial"/>
                  <a:ea typeface="Arial"/>
                  <a:cs typeface="Arial"/>
                  <a:sym typeface="Arial"/>
                </a:rPr>
                <a:t>(narrator) What does the woman mean?</a:t>
              </a:r>
              <a:endParaRPr sz="3000"/>
            </a:p>
            <a:p>
              <a:pPr indent="0" lvl="0" marL="0" marR="0" rtl="0" algn="just">
                <a:lnSpc>
                  <a:spcPct val="50000"/>
                </a:lnSpc>
                <a:spcBef>
                  <a:spcPts val="0"/>
                </a:spcBef>
                <a:spcAft>
                  <a:spcPts val="0"/>
                </a:spcAft>
                <a:buNone/>
              </a:pPr>
              <a:r>
                <a:rPr b="0" i="0" lang="en-US" sz="3000" u="none" cap="none" strike="noStrike">
                  <a:solidFill>
                    <a:srgbClr val="000000"/>
                  </a:solidFill>
                  <a:latin typeface="Arial"/>
                  <a:ea typeface="Arial"/>
                  <a:cs typeface="Arial"/>
                  <a:sym typeface="Arial"/>
                </a:rPr>
                <a:t> </a:t>
              </a:r>
              <a:endParaRPr sz="3000"/>
            </a:p>
            <a:p>
              <a:pPr indent="0" lvl="0" marL="0" marR="0" rtl="0" algn="just">
                <a:lnSpc>
                  <a:spcPct val="131000"/>
                </a:lnSpc>
                <a:spcBef>
                  <a:spcPts val="0"/>
                </a:spcBef>
                <a:spcAft>
                  <a:spcPts val="0"/>
                </a:spcAft>
                <a:buNone/>
              </a:pPr>
              <a:r>
                <a:rPr b="0" i="0" lang="en-US" sz="3000" u="none" cap="none" strike="noStrike">
                  <a:solidFill>
                    <a:srgbClr val="000000"/>
                  </a:solidFill>
                  <a:latin typeface="Arial"/>
                  <a:ea typeface="Arial"/>
                  <a:cs typeface="Arial"/>
                  <a:sym typeface="Arial"/>
                </a:rPr>
                <a:t>(A) Although Mark couldn’t get both tickets, Paul did </a:t>
              </a:r>
              <a:endParaRPr sz="3000"/>
            </a:p>
            <a:p>
              <a:pPr indent="0" lvl="0" marL="0" marR="0" rtl="0" algn="just">
                <a:lnSpc>
                  <a:spcPct val="131000"/>
                </a:lnSpc>
                <a:spcBef>
                  <a:spcPts val="0"/>
                </a:spcBef>
                <a:spcAft>
                  <a:spcPts val="0"/>
                </a:spcAft>
                <a:buNone/>
              </a:pPr>
              <a:r>
                <a:rPr b="0" i="0" lang="en-US" sz="3000" u="none" cap="none" strike="noStrike">
                  <a:solidFill>
                    <a:srgbClr val="000000"/>
                  </a:solidFill>
                  <a:latin typeface="Arial"/>
                  <a:ea typeface="Arial"/>
                  <a:cs typeface="Arial"/>
                  <a:sym typeface="Arial"/>
                </a:rPr>
                <a:t>(B) Both were unable to obtain tickets. </a:t>
              </a:r>
              <a:endParaRPr sz="3000"/>
            </a:p>
            <a:p>
              <a:pPr indent="0" lvl="0" marL="0" marR="0" rtl="0" algn="just">
                <a:lnSpc>
                  <a:spcPct val="131000"/>
                </a:lnSpc>
                <a:spcBef>
                  <a:spcPts val="0"/>
                </a:spcBef>
                <a:spcAft>
                  <a:spcPts val="0"/>
                </a:spcAft>
                <a:buNone/>
              </a:pPr>
              <a:r>
                <a:rPr b="0" i="0" lang="en-US" sz="3000" u="none" cap="none" strike="noStrike">
                  <a:solidFill>
                    <a:srgbClr val="000000"/>
                  </a:solidFill>
                  <a:latin typeface="Arial"/>
                  <a:ea typeface="Arial"/>
                  <a:cs typeface="Arial"/>
                  <a:sym typeface="Arial"/>
                </a:rPr>
                <a:t>(C) Neither Mark or Paul wanted to go to the concert.  </a:t>
              </a:r>
              <a:endParaRPr sz="3000"/>
            </a:p>
            <a:p>
              <a:pPr indent="0" lvl="0" marL="0" marR="0" rtl="0" algn="just">
                <a:lnSpc>
                  <a:spcPct val="131000"/>
                </a:lnSpc>
                <a:spcBef>
                  <a:spcPts val="0"/>
                </a:spcBef>
                <a:spcAft>
                  <a:spcPts val="0"/>
                </a:spcAft>
                <a:buNone/>
              </a:pPr>
              <a:r>
                <a:rPr b="0" i="0" lang="en-US" sz="3000" u="none" cap="none" strike="noStrike">
                  <a:solidFill>
                    <a:srgbClr val="000000"/>
                  </a:solidFill>
                  <a:latin typeface="Arial"/>
                  <a:ea typeface="Arial"/>
                  <a:cs typeface="Arial"/>
                  <a:sym typeface="Arial"/>
                </a:rPr>
                <a:t>(D) Mark tried to get tickets, but Paul didn’t.  </a:t>
              </a:r>
              <a:endParaRPr sz="3000"/>
            </a:p>
          </p:txBody>
        </p:sp>
        <p:sp>
          <p:nvSpPr>
            <p:cNvPr id="244" name="Google Shape;244;p13"/>
            <p:cNvSpPr txBox="1"/>
            <p:nvPr/>
          </p:nvSpPr>
          <p:spPr>
            <a:xfrm>
              <a:off x="0" y="-471546"/>
              <a:ext cx="1049100" cy="615600"/>
            </a:xfrm>
            <a:prstGeom prst="rect">
              <a:avLst/>
            </a:prstGeom>
            <a:noFill/>
            <a:ln>
              <a:noFill/>
            </a:ln>
          </p:spPr>
          <p:txBody>
            <a:bodyPr anchorCtr="0" anchor="t" bIns="0" lIns="0" spcFirstLastPara="1" rIns="0" wrap="square" tIns="0">
              <a:spAutoFit/>
            </a:bodyPr>
            <a:lstStyle/>
            <a:p>
              <a:pPr indent="0" lvl="0" marL="0" marR="0" rtl="0" algn="just">
                <a:lnSpc>
                  <a:spcPct val="131000"/>
                </a:lnSpc>
                <a:spcBef>
                  <a:spcPts val="0"/>
                </a:spcBef>
                <a:spcAft>
                  <a:spcPts val="0"/>
                </a:spcAft>
                <a:buNone/>
              </a:pPr>
              <a:r>
                <a:rPr b="0" i="0" lang="en-US" sz="3000" u="none" cap="none" strike="noStrike">
                  <a:solidFill>
                    <a:srgbClr val="000000"/>
                  </a:solidFill>
                  <a:latin typeface="Arial"/>
                  <a:ea typeface="Arial"/>
                  <a:cs typeface="Arial"/>
                  <a:sym typeface="Arial"/>
                </a:rPr>
                <a:t>2. </a:t>
              </a:r>
              <a:endParaRPr sz="3000"/>
            </a:p>
          </p:txBody>
        </p:sp>
        <p:sp>
          <p:nvSpPr>
            <p:cNvPr id="245" name="Google Shape;245;p13"/>
            <p:cNvSpPr txBox="1"/>
            <p:nvPr/>
          </p:nvSpPr>
          <p:spPr>
            <a:xfrm>
              <a:off x="0" y="6185536"/>
              <a:ext cx="1049100" cy="615600"/>
            </a:xfrm>
            <a:prstGeom prst="rect">
              <a:avLst/>
            </a:prstGeom>
            <a:noFill/>
            <a:ln>
              <a:noFill/>
            </a:ln>
          </p:spPr>
          <p:txBody>
            <a:bodyPr anchorCtr="0" anchor="t" bIns="0" lIns="0" spcFirstLastPara="1" rIns="0" wrap="square" tIns="0">
              <a:spAutoFit/>
            </a:bodyPr>
            <a:lstStyle/>
            <a:p>
              <a:pPr indent="0" lvl="0" marL="0" marR="0" rtl="0" algn="just">
                <a:lnSpc>
                  <a:spcPct val="131000"/>
                </a:lnSpc>
                <a:spcBef>
                  <a:spcPts val="0"/>
                </a:spcBef>
                <a:spcAft>
                  <a:spcPts val="0"/>
                </a:spcAft>
                <a:buNone/>
              </a:pPr>
              <a:r>
                <a:rPr b="0" i="0" lang="en-US" sz="3000" u="none" cap="none" strike="noStrike">
                  <a:solidFill>
                    <a:srgbClr val="000000"/>
                  </a:solidFill>
                  <a:latin typeface="Arial"/>
                  <a:ea typeface="Arial"/>
                  <a:cs typeface="Arial"/>
                  <a:sym typeface="Arial"/>
                </a:rPr>
                <a:t>3. </a:t>
              </a:r>
              <a:endParaRPr sz="3000"/>
            </a:p>
          </p:txBody>
        </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14"/>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202" r="-2201" t="0"/>
            </a:stretch>
          </a:blipFill>
          <a:ln>
            <a:noFill/>
          </a:ln>
        </p:spPr>
      </p:sp>
      <p:sp>
        <p:nvSpPr>
          <p:cNvPr id="251" name="Google Shape;251;p14"/>
          <p:cNvSpPr txBox="1"/>
          <p:nvPr/>
        </p:nvSpPr>
        <p:spPr>
          <a:xfrm>
            <a:off x="483809" y="1816734"/>
            <a:ext cx="17045700" cy="8085600"/>
          </a:xfrm>
          <a:prstGeom prst="rect">
            <a:avLst/>
          </a:prstGeom>
          <a:noFill/>
          <a:ln>
            <a:noFill/>
          </a:ln>
        </p:spPr>
        <p:txBody>
          <a:bodyPr anchorCtr="0" anchor="t" bIns="0" lIns="0" spcFirstLastPara="1" rIns="0" wrap="square" tIns="0">
            <a:spAutoFit/>
          </a:bodyPr>
          <a:lstStyle/>
          <a:p>
            <a:pPr indent="0" lvl="0" marL="0" marR="0" rtl="0" algn="l">
              <a:lnSpc>
                <a:spcPct val="130009"/>
              </a:lnSpc>
              <a:spcBef>
                <a:spcPts val="0"/>
              </a:spcBef>
              <a:spcAft>
                <a:spcPts val="0"/>
              </a:spcAft>
              <a:buNone/>
            </a:pPr>
            <a:r>
              <a:rPr b="1" i="0" lang="en-US" sz="2800" u="none" cap="none" strike="noStrike">
                <a:solidFill>
                  <a:srgbClr val="000000"/>
                </a:solidFill>
                <a:latin typeface="Arial"/>
                <a:ea typeface="Arial"/>
                <a:cs typeface="Arial"/>
                <a:sym typeface="Arial"/>
              </a:rPr>
              <a:t>Example:</a:t>
            </a:r>
            <a:endParaRPr sz="2800"/>
          </a:p>
          <a:p>
            <a:pPr indent="0" lvl="0" marL="0" marR="0" rtl="0" algn="l">
              <a:lnSpc>
                <a:spcPct val="71991"/>
              </a:lnSpc>
              <a:spcBef>
                <a:spcPts val="0"/>
              </a:spcBef>
              <a:spcAft>
                <a:spcPts val="0"/>
              </a:spcAft>
              <a:buNone/>
            </a:pPr>
            <a:r>
              <a:t/>
            </a:r>
            <a:endParaRPr b="1" i="0" sz="2800" u="none" cap="none" strike="noStrike">
              <a:solidFill>
                <a:srgbClr val="000000"/>
              </a:solidFill>
              <a:latin typeface="Arial"/>
              <a:ea typeface="Arial"/>
              <a:cs typeface="Arial"/>
              <a:sym typeface="Arial"/>
            </a:endParaRPr>
          </a:p>
          <a:p>
            <a:pPr indent="0" lvl="0" marL="0" marR="0" rtl="0" algn="l">
              <a:lnSpc>
                <a:spcPct val="130009"/>
              </a:lnSpc>
              <a:spcBef>
                <a:spcPts val="0"/>
              </a:spcBef>
              <a:spcAft>
                <a:spcPts val="0"/>
              </a:spcAft>
              <a:buNone/>
            </a:pPr>
            <a:r>
              <a:rPr b="0" i="0" lang="en-US" sz="2800" u="none" cap="none" strike="noStrike">
                <a:solidFill>
                  <a:srgbClr val="000000"/>
                </a:solidFill>
                <a:latin typeface="Arial"/>
                <a:ea typeface="Arial"/>
                <a:cs typeface="Arial"/>
                <a:sym typeface="Arial"/>
              </a:rPr>
              <a:t>On the recording, you hear: </a:t>
            </a:r>
            <a:endParaRPr sz="2800"/>
          </a:p>
          <a:p>
            <a:pPr indent="0" lvl="0" marL="0" marR="0" rtl="0" algn="l">
              <a:lnSpc>
                <a:spcPct val="130009"/>
              </a:lnSpc>
              <a:spcBef>
                <a:spcPts val="0"/>
              </a:spcBef>
              <a:spcAft>
                <a:spcPts val="0"/>
              </a:spcAft>
              <a:buNone/>
            </a:pPr>
            <a:r>
              <a:rPr b="0" i="0" lang="en-US" sz="2800" u="none" cap="none" strike="noStrike">
                <a:solidFill>
                  <a:srgbClr val="000000"/>
                </a:solidFill>
                <a:latin typeface="Arial"/>
                <a:ea typeface="Arial"/>
                <a:cs typeface="Arial"/>
                <a:sym typeface="Arial"/>
              </a:rPr>
              <a:t>(Woman) Were you able to pay the electric bill? </a:t>
            </a:r>
            <a:endParaRPr sz="2800"/>
          </a:p>
          <a:p>
            <a:pPr indent="0" lvl="0" marL="0" marR="0" rtl="0" algn="l">
              <a:lnSpc>
                <a:spcPct val="130009"/>
              </a:lnSpc>
              <a:spcBef>
                <a:spcPts val="0"/>
              </a:spcBef>
              <a:spcAft>
                <a:spcPts val="0"/>
              </a:spcAft>
              <a:buNone/>
            </a:pPr>
            <a:r>
              <a:rPr b="0" i="0" lang="en-US" sz="2800" u="none" cap="none" strike="noStrike">
                <a:solidFill>
                  <a:srgbClr val="000000"/>
                </a:solidFill>
                <a:latin typeface="Arial"/>
                <a:ea typeface="Arial"/>
                <a:cs typeface="Arial"/>
                <a:sym typeface="Arial"/>
              </a:rPr>
              <a:t>(Man) I had barely enough money. </a:t>
            </a:r>
            <a:endParaRPr sz="2800"/>
          </a:p>
          <a:p>
            <a:pPr indent="0" lvl="0" marL="0" marR="0" rtl="0" algn="l">
              <a:lnSpc>
                <a:spcPct val="130009"/>
              </a:lnSpc>
              <a:spcBef>
                <a:spcPts val="0"/>
              </a:spcBef>
              <a:spcAft>
                <a:spcPts val="0"/>
              </a:spcAft>
              <a:buNone/>
            </a:pPr>
            <a:r>
              <a:rPr b="0" i="0" lang="en-US" sz="2800" u="none" cap="none" strike="noStrike">
                <a:solidFill>
                  <a:srgbClr val="000000"/>
                </a:solidFill>
                <a:latin typeface="Arial"/>
                <a:ea typeface="Arial"/>
                <a:cs typeface="Arial"/>
                <a:sym typeface="Arial"/>
              </a:rPr>
              <a:t>(Narrator) What does the man imply?</a:t>
            </a:r>
            <a:endParaRPr sz="2800"/>
          </a:p>
          <a:p>
            <a:pPr indent="0" lvl="0" marL="0" marR="0" rtl="0" algn="l">
              <a:lnSpc>
                <a:spcPct val="71991"/>
              </a:lnSpc>
              <a:spcBef>
                <a:spcPts val="0"/>
              </a:spcBef>
              <a:spcAft>
                <a:spcPts val="0"/>
              </a:spcAft>
              <a:buNone/>
            </a:pPr>
            <a:r>
              <a:rPr b="0" i="0" lang="en-US" sz="2800" u="none" cap="none" strike="noStrike">
                <a:solidFill>
                  <a:srgbClr val="000000"/>
                </a:solidFill>
                <a:latin typeface="Arial"/>
                <a:ea typeface="Arial"/>
                <a:cs typeface="Arial"/>
                <a:sym typeface="Arial"/>
              </a:rPr>
              <a:t> </a:t>
            </a:r>
            <a:endParaRPr sz="2800"/>
          </a:p>
          <a:p>
            <a:pPr indent="0" lvl="0" marL="0" marR="0" rtl="0" algn="l">
              <a:lnSpc>
                <a:spcPct val="130009"/>
              </a:lnSpc>
              <a:spcBef>
                <a:spcPts val="0"/>
              </a:spcBef>
              <a:spcAft>
                <a:spcPts val="0"/>
              </a:spcAft>
              <a:buNone/>
            </a:pPr>
            <a:r>
              <a:rPr b="0" i="0" lang="en-US" sz="2800" u="none" cap="none" strike="noStrike">
                <a:solidFill>
                  <a:srgbClr val="000000"/>
                </a:solidFill>
                <a:latin typeface="Arial"/>
                <a:ea typeface="Arial"/>
                <a:cs typeface="Arial"/>
                <a:sym typeface="Arial"/>
              </a:rPr>
              <a:t>In your test book or on the computer screen, you read:</a:t>
            </a:r>
            <a:endParaRPr sz="2800"/>
          </a:p>
          <a:p>
            <a:pPr indent="0" lvl="0" marL="0" marR="0" rtl="0" algn="l">
              <a:lnSpc>
                <a:spcPct val="130009"/>
              </a:lnSpc>
              <a:spcBef>
                <a:spcPts val="0"/>
              </a:spcBef>
              <a:spcAft>
                <a:spcPts val="0"/>
              </a:spcAft>
              <a:buNone/>
            </a:pPr>
            <a:r>
              <a:rPr b="0" i="0" lang="en-US" sz="2800" u="none" cap="none" strike="noStrike">
                <a:solidFill>
                  <a:srgbClr val="000000"/>
                </a:solidFill>
                <a:latin typeface="Arial"/>
                <a:ea typeface="Arial"/>
                <a:cs typeface="Arial"/>
                <a:sym typeface="Arial"/>
              </a:rPr>
              <a:t>(A) He had plenty of money for the bill. </a:t>
            </a:r>
            <a:endParaRPr sz="2800"/>
          </a:p>
          <a:p>
            <a:pPr indent="0" lvl="0" marL="0" marR="0" rtl="0" algn="l">
              <a:lnSpc>
                <a:spcPct val="130009"/>
              </a:lnSpc>
              <a:spcBef>
                <a:spcPts val="0"/>
              </a:spcBef>
              <a:spcAft>
                <a:spcPts val="0"/>
              </a:spcAft>
              <a:buNone/>
            </a:pPr>
            <a:r>
              <a:rPr b="0" i="0" lang="en-US" sz="2800" u="none" cap="none" strike="noStrike">
                <a:solidFill>
                  <a:srgbClr val="000000"/>
                </a:solidFill>
                <a:latin typeface="Arial"/>
                <a:ea typeface="Arial"/>
                <a:cs typeface="Arial"/>
                <a:sym typeface="Arial"/>
              </a:rPr>
              <a:t>(B) He did not have enough money for the bill. </a:t>
            </a:r>
            <a:endParaRPr sz="2800"/>
          </a:p>
          <a:p>
            <a:pPr indent="0" lvl="0" marL="0" marR="0" rtl="0" algn="l">
              <a:lnSpc>
                <a:spcPct val="130009"/>
              </a:lnSpc>
              <a:spcBef>
                <a:spcPts val="0"/>
              </a:spcBef>
              <a:spcAft>
                <a:spcPts val="0"/>
              </a:spcAft>
              <a:buNone/>
            </a:pPr>
            <a:r>
              <a:rPr b="0" i="0" lang="en-US" sz="2800" u="none" cap="none" strike="noStrike">
                <a:solidFill>
                  <a:srgbClr val="000000"/>
                </a:solidFill>
                <a:latin typeface="Arial"/>
                <a:ea typeface="Arial"/>
                <a:cs typeface="Arial"/>
                <a:sym typeface="Arial"/>
              </a:rPr>
              <a:t>(C) He paid the bill but has no money left. </a:t>
            </a:r>
            <a:endParaRPr sz="2800"/>
          </a:p>
          <a:p>
            <a:pPr indent="0" lvl="0" marL="0" marR="0" rtl="0" algn="l">
              <a:lnSpc>
                <a:spcPct val="130009"/>
              </a:lnSpc>
              <a:spcBef>
                <a:spcPts val="0"/>
              </a:spcBef>
              <a:spcAft>
                <a:spcPts val="0"/>
              </a:spcAft>
              <a:buNone/>
            </a:pPr>
            <a:r>
              <a:rPr b="0" i="0" lang="en-US" sz="2800" u="none" cap="none" strike="noStrike">
                <a:solidFill>
                  <a:srgbClr val="000000"/>
                </a:solidFill>
                <a:latin typeface="Arial"/>
                <a:ea typeface="Arial"/>
                <a:cs typeface="Arial"/>
                <a:sym typeface="Arial"/>
              </a:rPr>
              <a:t>(D) He was enable to pay the bill.</a:t>
            </a:r>
            <a:endParaRPr sz="2800"/>
          </a:p>
          <a:p>
            <a:pPr indent="0" lvl="0" marL="0" marR="0" rtl="0" algn="l">
              <a:lnSpc>
                <a:spcPct val="71991"/>
              </a:lnSpc>
              <a:spcBef>
                <a:spcPts val="0"/>
              </a:spcBef>
              <a:spcAft>
                <a:spcPts val="0"/>
              </a:spcAft>
              <a:buNone/>
            </a:pPr>
            <a:r>
              <a:t/>
            </a:r>
            <a:endParaRPr b="0" i="0" sz="2800" u="none" cap="none" strike="noStrike">
              <a:solidFill>
                <a:srgbClr val="000000"/>
              </a:solidFill>
              <a:latin typeface="Arial"/>
              <a:ea typeface="Arial"/>
              <a:cs typeface="Arial"/>
              <a:sym typeface="Arial"/>
            </a:endParaRPr>
          </a:p>
          <a:p>
            <a:pPr indent="0" lvl="0" marL="0" marR="0" rtl="0" algn="l">
              <a:lnSpc>
                <a:spcPct val="130009"/>
              </a:lnSpc>
              <a:spcBef>
                <a:spcPts val="0"/>
              </a:spcBef>
              <a:spcAft>
                <a:spcPts val="0"/>
              </a:spcAft>
              <a:buNone/>
            </a:pPr>
            <a:r>
              <a:rPr b="0" i="0" lang="en-US" sz="2800" u="none" cap="none" strike="noStrike">
                <a:solidFill>
                  <a:srgbClr val="000000"/>
                </a:solidFill>
                <a:latin typeface="Arial"/>
                <a:ea typeface="Arial"/>
                <a:cs typeface="Arial"/>
                <a:sym typeface="Arial"/>
              </a:rPr>
              <a:t>In the men’s statement, the word enough indicates that there was enough, so he paid the bill. However, it was barely enough, so he almost did not have enough and certainly has no money left. The correct answer is therefore answer (C).</a:t>
            </a:r>
            <a:endParaRPr sz="2800"/>
          </a:p>
        </p:txBody>
      </p:sp>
      <p:grpSp>
        <p:nvGrpSpPr>
          <p:cNvPr id="252" name="Google Shape;252;p14"/>
          <p:cNvGrpSpPr/>
          <p:nvPr/>
        </p:nvGrpSpPr>
        <p:grpSpPr>
          <a:xfrm>
            <a:off x="1812826" y="127971"/>
            <a:ext cx="14662349" cy="1184983"/>
            <a:chOff x="0" y="-28575"/>
            <a:chExt cx="3457621" cy="279438"/>
          </a:xfrm>
        </p:grpSpPr>
        <p:sp>
          <p:nvSpPr>
            <p:cNvPr id="253" name="Google Shape;253;p14"/>
            <p:cNvSpPr/>
            <p:nvPr/>
          </p:nvSpPr>
          <p:spPr>
            <a:xfrm>
              <a:off x="0" y="0"/>
              <a:ext cx="3457621" cy="250863"/>
            </a:xfrm>
            <a:custGeom>
              <a:rect b="b" l="l" r="r" t="t"/>
              <a:pathLst>
                <a:path extrusionOk="0" h="250863" w="3457621">
                  <a:moveTo>
                    <a:pt x="0" y="0"/>
                  </a:moveTo>
                  <a:lnTo>
                    <a:pt x="3457621" y="0"/>
                  </a:lnTo>
                  <a:lnTo>
                    <a:pt x="3457621" y="250863"/>
                  </a:lnTo>
                  <a:lnTo>
                    <a:pt x="0" y="250863"/>
                  </a:lnTo>
                  <a:close/>
                </a:path>
              </a:pathLst>
            </a:custGeom>
            <a:gradFill>
              <a:gsLst>
                <a:gs pos="0">
                  <a:srgbClr val="0C2756"/>
                </a:gs>
                <a:gs pos="50000">
                  <a:srgbClr val="1D629A"/>
                </a:gs>
                <a:gs pos="100000">
                  <a:srgbClr val="0C2756"/>
                </a:gs>
              </a:gsLst>
              <a:lin ang="0" scaled="0"/>
            </a:gradFill>
            <a:ln>
              <a:noFill/>
            </a:ln>
          </p:spPr>
        </p:sp>
        <p:sp>
          <p:nvSpPr>
            <p:cNvPr id="254" name="Google Shape;254;p14"/>
            <p:cNvSpPr txBox="1"/>
            <p:nvPr/>
          </p:nvSpPr>
          <p:spPr>
            <a:xfrm>
              <a:off x="0" y="-28575"/>
              <a:ext cx="3457621" cy="279438"/>
            </a:xfrm>
            <a:prstGeom prst="rect">
              <a:avLst/>
            </a:prstGeom>
            <a:noFill/>
            <a:ln>
              <a:noFill/>
            </a:ln>
          </p:spPr>
          <p:txBody>
            <a:bodyPr anchorCtr="0" anchor="ctr" bIns="56725" lIns="56725" spcFirstLastPara="1" rIns="56725" wrap="square" tIns="56725">
              <a:noAutofit/>
            </a:bodyPr>
            <a:lstStyle/>
            <a:p>
              <a:pPr indent="0" lvl="0" marL="0" marR="0" rtl="0" algn="ctr">
                <a:lnSpc>
                  <a:spcPct val="1181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55" name="Google Shape;255;p14"/>
          <p:cNvSpPr txBox="1"/>
          <p:nvPr/>
        </p:nvSpPr>
        <p:spPr>
          <a:xfrm>
            <a:off x="2788261" y="490827"/>
            <a:ext cx="12711479" cy="542347"/>
          </a:xfrm>
          <a:prstGeom prst="rect">
            <a:avLst/>
          </a:prstGeom>
          <a:noFill/>
          <a:ln>
            <a:noFill/>
          </a:ln>
        </p:spPr>
        <p:txBody>
          <a:bodyPr anchorCtr="0" anchor="t" bIns="0" lIns="0" spcFirstLastPara="1" rIns="0" wrap="square" tIns="0">
            <a:spAutoFit/>
          </a:bodyPr>
          <a:lstStyle/>
          <a:p>
            <a:pPr indent="0" lvl="0" marL="0" marR="0" rtl="0" algn="ctr">
              <a:lnSpc>
                <a:spcPct val="104000"/>
              </a:lnSpc>
              <a:spcBef>
                <a:spcPts val="0"/>
              </a:spcBef>
              <a:spcAft>
                <a:spcPts val="0"/>
              </a:spcAft>
              <a:buNone/>
            </a:pPr>
            <a:r>
              <a:rPr b="1" i="0" lang="en-US" sz="3350" u="none" cap="none" strike="noStrike">
                <a:solidFill>
                  <a:srgbClr val="FFFFFF"/>
                </a:solidFill>
                <a:latin typeface="Arial"/>
                <a:ea typeface="Arial"/>
                <a:cs typeface="Arial"/>
                <a:sym typeface="Arial"/>
              </a:rPr>
              <a:t>SKILL 9: LISTEN FOR “ALMOST NEGATIVE” EXPRESSIONS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15"/>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202" r="-2201" t="0"/>
            </a:stretch>
          </a:blipFill>
          <a:ln>
            <a:noFill/>
          </a:ln>
        </p:spPr>
      </p:sp>
      <p:grpSp>
        <p:nvGrpSpPr>
          <p:cNvPr id="261" name="Google Shape;261;p15"/>
          <p:cNvGrpSpPr/>
          <p:nvPr/>
        </p:nvGrpSpPr>
        <p:grpSpPr>
          <a:xfrm>
            <a:off x="1812826" y="127971"/>
            <a:ext cx="14662349" cy="1184983"/>
            <a:chOff x="0" y="-28575"/>
            <a:chExt cx="3457621" cy="279438"/>
          </a:xfrm>
        </p:grpSpPr>
        <p:sp>
          <p:nvSpPr>
            <p:cNvPr id="262" name="Google Shape;262;p15"/>
            <p:cNvSpPr/>
            <p:nvPr/>
          </p:nvSpPr>
          <p:spPr>
            <a:xfrm>
              <a:off x="0" y="0"/>
              <a:ext cx="3457621" cy="250863"/>
            </a:xfrm>
            <a:custGeom>
              <a:rect b="b" l="l" r="r" t="t"/>
              <a:pathLst>
                <a:path extrusionOk="0" h="250863" w="3457621">
                  <a:moveTo>
                    <a:pt x="0" y="0"/>
                  </a:moveTo>
                  <a:lnTo>
                    <a:pt x="3457621" y="0"/>
                  </a:lnTo>
                  <a:lnTo>
                    <a:pt x="3457621" y="250863"/>
                  </a:lnTo>
                  <a:lnTo>
                    <a:pt x="0" y="250863"/>
                  </a:lnTo>
                  <a:close/>
                </a:path>
              </a:pathLst>
            </a:custGeom>
            <a:gradFill>
              <a:gsLst>
                <a:gs pos="0">
                  <a:srgbClr val="0C2756"/>
                </a:gs>
                <a:gs pos="50000">
                  <a:srgbClr val="1D629A"/>
                </a:gs>
                <a:gs pos="100000">
                  <a:srgbClr val="0C2756"/>
                </a:gs>
              </a:gsLst>
              <a:lin ang="0" scaled="0"/>
            </a:gradFill>
            <a:ln>
              <a:noFill/>
            </a:ln>
          </p:spPr>
        </p:sp>
        <p:sp>
          <p:nvSpPr>
            <p:cNvPr id="263" name="Google Shape;263;p15"/>
            <p:cNvSpPr txBox="1"/>
            <p:nvPr/>
          </p:nvSpPr>
          <p:spPr>
            <a:xfrm>
              <a:off x="0" y="-28575"/>
              <a:ext cx="3457621" cy="279438"/>
            </a:xfrm>
            <a:prstGeom prst="rect">
              <a:avLst/>
            </a:prstGeom>
            <a:noFill/>
            <a:ln>
              <a:noFill/>
            </a:ln>
          </p:spPr>
          <p:txBody>
            <a:bodyPr anchorCtr="0" anchor="ctr" bIns="56725" lIns="56725" spcFirstLastPara="1" rIns="56725" wrap="square" tIns="56725">
              <a:noAutofit/>
            </a:bodyPr>
            <a:lstStyle/>
            <a:p>
              <a:pPr indent="0" lvl="0" marL="0" marR="0" rtl="0" algn="ctr">
                <a:lnSpc>
                  <a:spcPct val="1181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64" name="Google Shape;264;p15"/>
          <p:cNvSpPr txBox="1"/>
          <p:nvPr/>
        </p:nvSpPr>
        <p:spPr>
          <a:xfrm>
            <a:off x="2788261" y="490827"/>
            <a:ext cx="12711479" cy="978510"/>
          </a:xfrm>
          <a:prstGeom prst="rect">
            <a:avLst/>
          </a:prstGeom>
          <a:noFill/>
          <a:ln>
            <a:noFill/>
          </a:ln>
        </p:spPr>
        <p:txBody>
          <a:bodyPr anchorCtr="0" anchor="t" bIns="0" lIns="0" spcFirstLastPara="1" rIns="0" wrap="square" tIns="0">
            <a:spAutoFit/>
          </a:bodyPr>
          <a:lstStyle/>
          <a:p>
            <a:pPr indent="0" lvl="0" marL="0" marR="0" rtl="0" algn="ctr">
              <a:lnSpc>
                <a:spcPct val="104000"/>
              </a:lnSpc>
              <a:spcBef>
                <a:spcPts val="0"/>
              </a:spcBef>
              <a:spcAft>
                <a:spcPts val="0"/>
              </a:spcAft>
              <a:buNone/>
            </a:pPr>
            <a:r>
              <a:rPr b="1" i="0" lang="en-US" sz="3350" u="none" cap="none" strike="noStrike">
                <a:solidFill>
                  <a:srgbClr val="FFFFFF"/>
                </a:solidFill>
                <a:latin typeface="Arial"/>
                <a:ea typeface="Arial"/>
                <a:cs typeface="Arial"/>
                <a:sym typeface="Arial"/>
              </a:rPr>
              <a:t>SKILL 9: LISTEN FOR “ALMOST NEGATIVE” EXPRESSIONS</a:t>
            </a:r>
            <a:endParaRPr/>
          </a:p>
          <a:p>
            <a:pPr indent="0" lvl="0" marL="0" marR="0" rtl="0" algn="ctr">
              <a:lnSpc>
                <a:spcPct val="104000"/>
              </a:lnSpc>
              <a:spcBef>
                <a:spcPts val="0"/>
              </a:spcBef>
              <a:spcAft>
                <a:spcPts val="0"/>
              </a:spcAft>
              <a:buNone/>
            </a:pPr>
            <a:r>
              <a:rPr b="1" i="0" lang="en-US" sz="3350" u="none" cap="none" strike="noStrike">
                <a:solidFill>
                  <a:srgbClr val="FFFFFF"/>
                </a:solidFill>
                <a:latin typeface="Arial"/>
                <a:ea typeface="Arial"/>
                <a:cs typeface="Arial"/>
                <a:sym typeface="Arial"/>
              </a:rPr>
              <a:t> </a:t>
            </a:r>
            <a:endParaRPr/>
          </a:p>
        </p:txBody>
      </p:sp>
      <p:sp>
        <p:nvSpPr>
          <p:cNvPr id="265" name="Google Shape;265;p15"/>
          <p:cNvSpPr/>
          <p:nvPr/>
        </p:nvSpPr>
        <p:spPr>
          <a:xfrm>
            <a:off x="3043181" y="1792371"/>
            <a:ext cx="12201638" cy="7762915"/>
          </a:xfrm>
          <a:custGeom>
            <a:rect b="b" l="l" r="r" t="t"/>
            <a:pathLst>
              <a:path extrusionOk="0" h="7762915" w="12201638">
                <a:moveTo>
                  <a:pt x="0" y="0"/>
                </a:moveTo>
                <a:lnTo>
                  <a:pt x="12201638" y="0"/>
                </a:lnTo>
                <a:lnTo>
                  <a:pt x="12201638" y="7762915"/>
                </a:lnTo>
                <a:lnTo>
                  <a:pt x="0" y="7762915"/>
                </a:lnTo>
                <a:lnTo>
                  <a:pt x="0" y="0"/>
                </a:lnTo>
                <a:close/>
              </a:path>
            </a:pathLst>
          </a:custGeom>
          <a:blipFill rotWithShape="1">
            <a:blip r:embed="rId4">
              <a:alphaModFix/>
            </a:blip>
            <a:stretch>
              <a:fillRect b="-2858" l="-32447" r="-26616" t="-9646"/>
            </a:stretch>
          </a:blipFill>
          <a:ln>
            <a:noFill/>
          </a:ln>
        </p:spPr>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16"/>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202" r="-2201" t="0"/>
            </a:stretch>
          </a:blipFill>
          <a:ln>
            <a:noFill/>
          </a:ln>
        </p:spPr>
      </p:sp>
      <p:grpSp>
        <p:nvGrpSpPr>
          <p:cNvPr id="271" name="Google Shape;271;p16"/>
          <p:cNvGrpSpPr/>
          <p:nvPr/>
        </p:nvGrpSpPr>
        <p:grpSpPr>
          <a:xfrm>
            <a:off x="1812826" y="127971"/>
            <a:ext cx="14662349" cy="1184983"/>
            <a:chOff x="0" y="-28575"/>
            <a:chExt cx="3457621" cy="279438"/>
          </a:xfrm>
        </p:grpSpPr>
        <p:sp>
          <p:nvSpPr>
            <p:cNvPr id="272" name="Google Shape;272;p16"/>
            <p:cNvSpPr/>
            <p:nvPr/>
          </p:nvSpPr>
          <p:spPr>
            <a:xfrm>
              <a:off x="0" y="0"/>
              <a:ext cx="3457621" cy="250863"/>
            </a:xfrm>
            <a:custGeom>
              <a:rect b="b" l="l" r="r" t="t"/>
              <a:pathLst>
                <a:path extrusionOk="0" h="250863" w="3457621">
                  <a:moveTo>
                    <a:pt x="0" y="0"/>
                  </a:moveTo>
                  <a:lnTo>
                    <a:pt x="3457621" y="0"/>
                  </a:lnTo>
                  <a:lnTo>
                    <a:pt x="3457621" y="250863"/>
                  </a:lnTo>
                  <a:lnTo>
                    <a:pt x="0" y="250863"/>
                  </a:lnTo>
                  <a:close/>
                </a:path>
              </a:pathLst>
            </a:custGeom>
            <a:gradFill>
              <a:gsLst>
                <a:gs pos="0">
                  <a:srgbClr val="0C2756"/>
                </a:gs>
                <a:gs pos="50000">
                  <a:srgbClr val="1D629A"/>
                </a:gs>
                <a:gs pos="100000">
                  <a:srgbClr val="0C2756"/>
                </a:gs>
              </a:gsLst>
              <a:lin ang="0" scaled="0"/>
            </a:gradFill>
            <a:ln>
              <a:noFill/>
            </a:ln>
          </p:spPr>
        </p:sp>
        <p:sp>
          <p:nvSpPr>
            <p:cNvPr id="273" name="Google Shape;273;p16"/>
            <p:cNvSpPr txBox="1"/>
            <p:nvPr/>
          </p:nvSpPr>
          <p:spPr>
            <a:xfrm>
              <a:off x="0" y="-28575"/>
              <a:ext cx="3457621" cy="279438"/>
            </a:xfrm>
            <a:prstGeom prst="rect">
              <a:avLst/>
            </a:prstGeom>
            <a:noFill/>
            <a:ln>
              <a:noFill/>
            </a:ln>
          </p:spPr>
          <p:txBody>
            <a:bodyPr anchorCtr="0" anchor="ctr" bIns="56725" lIns="56725" spcFirstLastPara="1" rIns="56725" wrap="square" tIns="56725">
              <a:noAutofit/>
            </a:bodyPr>
            <a:lstStyle/>
            <a:p>
              <a:pPr indent="0" lvl="0" marL="0" marR="0" rtl="0" algn="ctr">
                <a:lnSpc>
                  <a:spcPct val="1181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74" name="Google Shape;274;p16"/>
          <p:cNvSpPr txBox="1"/>
          <p:nvPr/>
        </p:nvSpPr>
        <p:spPr>
          <a:xfrm>
            <a:off x="2788261" y="490827"/>
            <a:ext cx="12711479" cy="542347"/>
          </a:xfrm>
          <a:prstGeom prst="rect">
            <a:avLst/>
          </a:prstGeom>
          <a:noFill/>
          <a:ln>
            <a:noFill/>
          </a:ln>
        </p:spPr>
        <p:txBody>
          <a:bodyPr anchorCtr="0" anchor="t" bIns="0" lIns="0" spcFirstLastPara="1" rIns="0" wrap="square" tIns="0">
            <a:spAutoFit/>
          </a:bodyPr>
          <a:lstStyle/>
          <a:p>
            <a:pPr indent="0" lvl="0" marL="0" marR="0" rtl="0" algn="ctr">
              <a:lnSpc>
                <a:spcPct val="104000"/>
              </a:lnSpc>
              <a:spcBef>
                <a:spcPts val="0"/>
              </a:spcBef>
              <a:spcAft>
                <a:spcPts val="0"/>
              </a:spcAft>
              <a:buNone/>
            </a:pPr>
            <a:r>
              <a:rPr b="1" i="0" lang="en-US" sz="3350" u="none" cap="none" strike="noStrike">
                <a:solidFill>
                  <a:srgbClr val="FFFFFF"/>
                </a:solidFill>
                <a:latin typeface="Arial"/>
                <a:ea typeface="Arial"/>
                <a:cs typeface="Arial"/>
                <a:sym typeface="Arial"/>
              </a:rPr>
              <a:t>EXERCISE 9</a:t>
            </a:r>
            <a:endParaRPr/>
          </a:p>
        </p:txBody>
      </p:sp>
      <p:grpSp>
        <p:nvGrpSpPr>
          <p:cNvPr id="275" name="Google Shape;275;p16"/>
          <p:cNvGrpSpPr/>
          <p:nvPr/>
        </p:nvGrpSpPr>
        <p:grpSpPr>
          <a:xfrm>
            <a:off x="756255" y="1890409"/>
            <a:ext cx="17247097" cy="7145578"/>
            <a:chOff x="0" y="-133350"/>
            <a:chExt cx="22996130" cy="9527437"/>
          </a:xfrm>
        </p:grpSpPr>
        <p:sp>
          <p:nvSpPr>
            <p:cNvPr id="276" name="Google Shape;276;p16"/>
            <p:cNvSpPr txBox="1"/>
            <p:nvPr/>
          </p:nvSpPr>
          <p:spPr>
            <a:xfrm>
              <a:off x="0" y="-133350"/>
              <a:ext cx="22367400" cy="4098000"/>
            </a:xfrm>
            <a:prstGeom prst="rect">
              <a:avLst/>
            </a:prstGeom>
            <a:noFill/>
            <a:ln>
              <a:noFill/>
            </a:ln>
          </p:spPr>
          <p:txBody>
            <a:bodyPr anchorCtr="0" anchor="t" bIns="0" lIns="0" spcFirstLastPara="1" rIns="0" wrap="square" tIns="0">
              <a:spAutoFit/>
            </a:bodyPr>
            <a:lstStyle/>
            <a:p>
              <a:pPr indent="0" lvl="0" marL="0" marR="0" rtl="0" algn="just">
                <a:lnSpc>
                  <a:spcPct val="131000"/>
                </a:lnSpc>
                <a:spcBef>
                  <a:spcPts val="0"/>
                </a:spcBef>
                <a:spcAft>
                  <a:spcPts val="0"/>
                </a:spcAft>
                <a:buNone/>
              </a:pPr>
              <a:r>
                <a:rPr b="0" i="0" lang="en-US" sz="3200" u="none" cap="none" strike="noStrike">
                  <a:solidFill>
                    <a:srgbClr val="000000"/>
                  </a:solidFill>
                  <a:latin typeface="Arial"/>
                  <a:ea typeface="Arial"/>
                  <a:cs typeface="Arial"/>
                  <a:sym typeface="Arial"/>
                </a:rPr>
                <a:t>In this </a:t>
              </a:r>
              <a:r>
                <a:rPr lang="en-US" sz="3200"/>
                <a:t>exercise</a:t>
              </a:r>
              <a:r>
                <a:rPr b="0" i="0" lang="en-US" sz="3200" u="none" cap="none" strike="noStrike">
                  <a:solidFill>
                    <a:srgbClr val="000000"/>
                  </a:solidFill>
                  <a:latin typeface="Arial"/>
                  <a:ea typeface="Arial"/>
                  <a:cs typeface="Arial"/>
                  <a:sym typeface="Arial"/>
                </a:rPr>
                <a:t>, </a:t>
              </a:r>
              <a:r>
                <a:rPr lang="en-US" sz="3200"/>
                <a:t>underline</a:t>
              </a:r>
              <a:r>
                <a:rPr b="0" i="0" lang="en-US" sz="3200" u="none" cap="none" strike="noStrike">
                  <a:solidFill>
                    <a:srgbClr val="000000"/>
                  </a:solidFill>
                  <a:latin typeface="Arial"/>
                  <a:ea typeface="Arial"/>
                  <a:cs typeface="Arial"/>
                  <a:sym typeface="Arial"/>
                </a:rPr>
                <a:t> the “almost negative” expression in the last line of each short dialogue. Then read the question and choose the best answer. Remember that the best answer is one that means that it is true but it is almost not true. </a:t>
              </a:r>
              <a:endParaRPr sz="3200"/>
            </a:p>
            <a:p>
              <a:pPr indent="0" lvl="0" marL="0" marR="0" rtl="0" algn="just">
                <a:lnSpc>
                  <a:spcPct val="131000"/>
                </a:lnSpc>
                <a:spcBef>
                  <a:spcPts val="0"/>
                </a:spcBef>
                <a:spcAft>
                  <a:spcPts val="0"/>
                </a:spcAft>
                <a:buNone/>
              </a:pPr>
              <a:r>
                <a:t/>
              </a:r>
              <a:endParaRPr b="0" i="0" sz="3200" u="none" cap="none" strike="noStrike">
                <a:solidFill>
                  <a:srgbClr val="000000"/>
                </a:solidFill>
                <a:latin typeface="Arial"/>
                <a:ea typeface="Arial"/>
                <a:cs typeface="Arial"/>
                <a:sym typeface="Arial"/>
              </a:endParaRPr>
            </a:p>
            <a:p>
              <a:pPr indent="0" lvl="0" marL="0" marR="0" rtl="0" algn="just">
                <a:lnSpc>
                  <a:spcPct val="131000"/>
                </a:lnSpc>
                <a:spcBef>
                  <a:spcPts val="0"/>
                </a:spcBef>
                <a:spcAft>
                  <a:spcPts val="0"/>
                </a:spcAft>
                <a:buNone/>
              </a:pPr>
              <a:r>
                <a:rPr b="0" i="0" lang="en-US" sz="3200" u="none" cap="none" strike="noStrike">
                  <a:solidFill>
                    <a:srgbClr val="000000"/>
                  </a:solidFill>
                  <a:latin typeface="Arial"/>
                  <a:ea typeface="Arial"/>
                  <a:cs typeface="Arial"/>
                  <a:sym typeface="Arial"/>
                </a:rPr>
                <a:t>1. </a:t>
              </a:r>
              <a:endParaRPr sz="3200"/>
            </a:p>
          </p:txBody>
        </p:sp>
        <p:sp>
          <p:nvSpPr>
            <p:cNvPr id="277" name="Google Shape;277;p16"/>
            <p:cNvSpPr txBox="1"/>
            <p:nvPr/>
          </p:nvSpPr>
          <p:spPr>
            <a:xfrm>
              <a:off x="628730" y="3247087"/>
              <a:ext cx="22367400" cy="6147000"/>
            </a:xfrm>
            <a:prstGeom prst="rect">
              <a:avLst/>
            </a:prstGeom>
            <a:noFill/>
            <a:ln>
              <a:noFill/>
            </a:ln>
          </p:spPr>
          <p:txBody>
            <a:bodyPr anchorCtr="0" anchor="t" bIns="0" lIns="0" spcFirstLastPara="1" rIns="0" wrap="square" tIns="0">
              <a:spAutoFit/>
            </a:bodyPr>
            <a:lstStyle/>
            <a:p>
              <a:pPr indent="0" lvl="0" marL="0" marR="0" rtl="0" algn="just">
                <a:lnSpc>
                  <a:spcPct val="131000"/>
                </a:lnSpc>
                <a:spcBef>
                  <a:spcPts val="0"/>
                </a:spcBef>
                <a:spcAft>
                  <a:spcPts val="0"/>
                </a:spcAft>
                <a:buNone/>
              </a:pPr>
              <a:r>
                <a:rPr lang="en-US" sz="3200"/>
                <a:t>(</a:t>
              </a:r>
              <a:r>
                <a:rPr b="0" i="0" lang="en-US" sz="3200" u="none" cap="none" strike="noStrike">
                  <a:solidFill>
                    <a:srgbClr val="000000"/>
                  </a:solidFill>
                  <a:latin typeface="Arial"/>
                  <a:ea typeface="Arial"/>
                  <a:cs typeface="Arial"/>
                  <a:sym typeface="Arial"/>
                </a:rPr>
                <a:t>Man) I hear that Mona’s been offered the manager’s job. </a:t>
              </a:r>
              <a:endParaRPr sz="3200"/>
            </a:p>
            <a:p>
              <a:pPr indent="0" lvl="0" marL="0" marR="0" rtl="0" algn="just">
                <a:lnSpc>
                  <a:spcPct val="131000"/>
                </a:lnSpc>
                <a:spcBef>
                  <a:spcPts val="0"/>
                </a:spcBef>
                <a:spcAft>
                  <a:spcPts val="0"/>
                </a:spcAft>
                <a:buNone/>
              </a:pPr>
              <a:r>
                <a:rPr b="0" i="0" lang="en-US" sz="3200" u="none" cap="none" strike="noStrike">
                  <a:solidFill>
                    <a:srgbClr val="000000"/>
                  </a:solidFill>
                  <a:latin typeface="Arial"/>
                  <a:ea typeface="Arial"/>
                  <a:cs typeface="Arial"/>
                  <a:sym typeface="Arial"/>
                </a:rPr>
                <a:t>(Woman) But she has hardly any work experience! </a:t>
              </a:r>
              <a:endParaRPr sz="3200"/>
            </a:p>
            <a:p>
              <a:pPr indent="0" lvl="0" marL="0" marR="0" rtl="0" algn="just">
                <a:lnSpc>
                  <a:spcPct val="131000"/>
                </a:lnSpc>
                <a:spcBef>
                  <a:spcPts val="0"/>
                </a:spcBef>
                <a:spcAft>
                  <a:spcPts val="0"/>
                </a:spcAft>
                <a:buNone/>
              </a:pPr>
              <a:r>
                <a:rPr b="0" i="0" lang="en-US" sz="3200" u="none" cap="none" strike="noStrike">
                  <a:solidFill>
                    <a:srgbClr val="000000"/>
                  </a:solidFill>
                  <a:latin typeface="Arial"/>
                  <a:ea typeface="Arial"/>
                  <a:cs typeface="Arial"/>
                  <a:sym typeface="Arial"/>
                </a:rPr>
                <a:t>(Narrator) What does the woman say about Mona? </a:t>
              </a:r>
              <a:endParaRPr sz="3200"/>
            </a:p>
            <a:p>
              <a:pPr indent="0" lvl="0" marL="0" marR="0" rtl="0" algn="just">
                <a:lnSpc>
                  <a:spcPct val="50000"/>
                </a:lnSpc>
                <a:spcBef>
                  <a:spcPts val="0"/>
                </a:spcBef>
                <a:spcAft>
                  <a:spcPts val="0"/>
                </a:spcAft>
                <a:buNone/>
              </a:pPr>
              <a:r>
                <a:t/>
              </a:r>
              <a:endParaRPr b="0" i="0" sz="3200" u="none" cap="none" strike="noStrike">
                <a:solidFill>
                  <a:srgbClr val="000000"/>
                </a:solidFill>
                <a:latin typeface="Arial"/>
                <a:ea typeface="Arial"/>
                <a:cs typeface="Arial"/>
                <a:sym typeface="Arial"/>
              </a:endParaRPr>
            </a:p>
            <a:p>
              <a:pPr indent="0" lvl="0" marL="0" marR="0" rtl="0" algn="just">
                <a:lnSpc>
                  <a:spcPct val="131000"/>
                </a:lnSpc>
                <a:spcBef>
                  <a:spcPts val="0"/>
                </a:spcBef>
                <a:spcAft>
                  <a:spcPts val="0"/>
                </a:spcAft>
                <a:buNone/>
              </a:pPr>
              <a:r>
                <a:rPr b="0" i="0" lang="en-US" sz="3200" u="none" cap="none" strike="noStrike">
                  <a:solidFill>
                    <a:srgbClr val="000000"/>
                  </a:solidFill>
                  <a:latin typeface="Arial"/>
                  <a:ea typeface="Arial"/>
                  <a:cs typeface="Arial"/>
                  <a:sym typeface="Arial"/>
                </a:rPr>
                <a:t>(A)Mona hasn’t worked hard. </a:t>
              </a:r>
              <a:endParaRPr sz="3200"/>
            </a:p>
            <a:p>
              <a:pPr indent="0" lvl="0" marL="0" marR="0" rtl="0" algn="just">
                <a:lnSpc>
                  <a:spcPct val="131000"/>
                </a:lnSpc>
                <a:spcBef>
                  <a:spcPts val="0"/>
                </a:spcBef>
                <a:spcAft>
                  <a:spcPts val="0"/>
                </a:spcAft>
                <a:buNone/>
              </a:pPr>
              <a:r>
                <a:rPr b="0" i="0" lang="en-US" sz="3200" u="none" cap="none" strike="noStrike">
                  <a:solidFill>
                    <a:srgbClr val="000000"/>
                  </a:solidFill>
                  <a:latin typeface="Arial"/>
                  <a:ea typeface="Arial"/>
                  <a:cs typeface="Arial"/>
                  <a:sym typeface="Arial"/>
                </a:rPr>
                <a:t>(B)Mona’s </a:t>
              </a:r>
              <a:r>
                <a:rPr lang="en-US" sz="3200"/>
                <a:t>experience</a:t>
              </a:r>
              <a:r>
                <a:rPr b="0" i="0" lang="en-US" sz="3200" u="none" cap="none" strike="noStrike">
                  <a:solidFill>
                    <a:srgbClr val="000000"/>
                  </a:solidFill>
                  <a:latin typeface="Arial"/>
                  <a:ea typeface="Arial"/>
                  <a:cs typeface="Arial"/>
                  <a:sym typeface="Arial"/>
                </a:rPr>
                <a:t> has been hard. </a:t>
              </a:r>
              <a:endParaRPr sz="3200"/>
            </a:p>
            <a:p>
              <a:pPr indent="0" lvl="0" marL="0" marR="0" rtl="0" algn="just">
                <a:lnSpc>
                  <a:spcPct val="131000"/>
                </a:lnSpc>
                <a:spcBef>
                  <a:spcPts val="0"/>
                </a:spcBef>
                <a:spcAft>
                  <a:spcPts val="0"/>
                </a:spcAft>
                <a:buNone/>
              </a:pPr>
              <a:r>
                <a:rPr b="0" i="0" lang="en-US" sz="3200" u="none" cap="none" strike="noStrike">
                  <a:solidFill>
                    <a:srgbClr val="000000"/>
                  </a:solidFill>
                  <a:latin typeface="Arial"/>
                  <a:ea typeface="Arial"/>
                  <a:cs typeface="Arial"/>
                  <a:sym typeface="Arial"/>
                </a:rPr>
                <a:t>(C)Mona’s job as manager is hard. </a:t>
              </a:r>
              <a:endParaRPr sz="3200"/>
            </a:p>
            <a:p>
              <a:pPr indent="0" lvl="0" marL="0" marR="0" rtl="0" algn="just">
                <a:lnSpc>
                  <a:spcPct val="131000"/>
                </a:lnSpc>
                <a:spcBef>
                  <a:spcPts val="0"/>
                </a:spcBef>
                <a:spcAft>
                  <a:spcPts val="0"/>
                </a:spcAft>
                <a:buNone/>
              </a:pPr>
              <a:r>
                <a:rPr b="0" i="0" lang="en-US" sz="3200" u="none" cap="none" strike="noStrike">
                  <a:solidFill>
                    <a:srgbClr val="000000"/>
                  </a:solidFill>
                  <a:latin typeface="Arial"/>
                  <a:ea typeface="Arial"/>
                  <a:cs typeface="Arial"/>
                  <a:sym typeface="Arial"/>
                </a:rPr>
                <a:t>(D)Mona hasn’t worked for very long.</a:t>
              </a:r>
              <a:endParaRPr sz="3200"/>
            </a:p>
          </p:txBody>
        </p:sp>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17"/>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202" r="-2201" t="0"/>
            </a:stretch>
          </a:blipFill>
          <a:ln>
            <a:noFill/>
          </a:ln>
        </p:spPr>
      </p:sp>
      <p:grpSp>
        <p:nvGrpSpPr>
          <p:cNvPr id="283" name="Google Shape;283;p17"/>
          <p:cNvGrpSpPr/>
          <p:nvPr/>
        </p:nvGrpSpPr>
        <p:grpSpPr>
          <a:xfrm>
            <a:off x="616191" y="467551"/>
            <a:ext cx="17800159" cy="9392400"/>
            <a:chOff x="0" y="-556683"/>
            <a:chExt cx="23733546" cy="12523200"/>
          </a:xfrm>
        </p:grpSpPr>
        <p:sp>
          <p:nvSpPr>
            <p:cNvPr id="284" name="Google Shape;284;p17"/>
            <p:cNvSpPr txBox="1"/>
            <p:nvPr/>
          </p:nvSpPr>
          <p:spPr>
            <a:xfrm>
              <a:off x="528846" y="-556683"/>
              <a:ext cx="23204700" cy="12523200"/>
            </a:xfrm>
            <a:prstGeom prst="rect">
              <a:avLst/>
            </a:prstGeom>
            <a:noFill/>
            <a:ln>
              <a:noFill/>
            </a:ln>
          </p:spPr>
          <p:txBody>
            <a:bodyPr anchorCtr="0" anchor="t" bIns="0" lIns="0" spcFirstLastPara="1" rIns="0" wrap="square" tIns="0">
              <a:spAutoFit/>
            </a:bodyPr>
            <a:lstStyle/>
            <a:p>
              <a:pPr indent="0" lvl="0" marL="0" marR="0" rtl="0" algn="just">
                <a:lnSpc>
                  <a:spcPct val="131000"/>
                </a:lnSpc>
                <a:spcBef>
                  <a:spcPts val="0"/>
                </a:spcBef>
                <a:spcAft>
                  <a:spcPts val="0"/>
                </a:spcAft>
                <a:buNone/>
              </a:pPr>
              <a:r>
                <a:rPr b="0" i="0" lang="en-US" sz="3000" u="none" cap="none" strike="noStrike">
                  <a:solidFill>
                    <a:srgbClr val="000000"/>
                  </a:solidFill>
                  <a:latin typeface="Arial"/>
                  <a:ea typeface="Arial"/>
                  <a:cs typeface="Arial"/>
                  <a:sym typeface="Arial"/>
                </a:rPr>
                <a:t>(Woman) How much time did Sam spend on his paper for economics class? </a:t>
              </a:r>
              <a:endParaRPr sz="3000"/>
            </a:p>
            <a:p>
              <a:pPr indent="0" lvl="0" marL="0" marR="0" rtl="0" algn="just">
                <a:lnSpc>
                  <a:spcPct val="131000"/>
                </a:lnSpc>
                <a:spcBef>
                  <a:spcPts val="0"/>
                </a:spcBef>
                <a:spcAft>
                  <a:spcPts val="0"/>
                </a:spcAft>
                <a:buNone/>
              </a:pPr>
              <a:r>
                <a:rPr b="0" i="0" lang="en-US" sz="3000" u="none" cap="none" strike="noStrike">
                  <a:solidFill>
                    <a:srgbClr val="000000"/>
                  </a:solidFill>
                  <a:latin typeface="Arial"/>
                  <a:ea typeface="Arial"/>
                  <a:cs typeface="Arial"/>
                  <a:sym typeface="Arial"/>
                </a:rPr>
                <a:t>(Man) Sam has seldom taken so much time on a research paper. </a:t>
              </a:r>
              <a:endParaRPr sz="3000"/>
            </a:p>
            <a:p>
              <a:pPr indent="0" lvl="0" marL="0" marR="0" rtl="0" algn="just">
                <a:lnSpc>
                  <a:spcPct val="131000"/>
                </a:lnSpc>
                <a:spcBef>
                  <a:spcPts val="0"/>
                </a:spcBef>
                <a:spcAft>
                  <a:spcPts val="0"/>
                </a:spcAft>
                <a:buNone/>
              </a:pPr>
              <a:r>
                <a:rPr b="0" i="0" lang="en-US" sz="3000" u="none" cap="none" strike="noStrike">
                  <a:solidFill>
                    <a:srgbClr val="000000"/>
                  </a:solidFill>
                  <a:latin typeface="Arial"/>
                  <a:ea typeface="Arial"/>
                  <a:cs typeface="Arial"/>
                  <a:sym typeface="Arial"/>
                </a:rPr>
                <a:t>(Narrator) What does the man mean?</a:t>
              </a:r>
              <a:endParaRPr sz="3000"/>
            </a:p>
            <a:p>
              <a:pPr indent="0" lvl="0" marL="0" marR="0" rtl="0" algn="just">
                <a:lnSpc>
                  <a:spcPct val="50000"/>
                </a:lnSpc>
                <a:spcBef>
                  <a:spcPts val="0"/>
                </a:spcBef>
                <a:spcAft>
                  <a:spcPts val="0"/>
                </a:spcAft>
                <a:buNone/>
              </a:pPr>
              <a:r>
                <a:rPr b="0" i="0" lang="en-US" sz="3000" u="none" cap="none" strike="noStrike">
                  <a:solidFill>
                    <a:srgbClr val="000000"/>
                  </a:solidFill>
                  <a:latin typeface="Arial"/>
                  <a:ea typeface="Arial"/>
                  <a:cs typeface="Arial"/>
                  <a:sym typeface="Arial"/>
                </a:rPr>
                <a:t>  </a:t>
              </a:r>
              <a:endParaRPr sz="3000"/>
            </a:p>
            <a:p>
              <a:pPr indent="0" lvl="0" marL="0" marR="0" rtl="0" algn="just">
                <a:lnSpc>
                  <a:spcPct val="131000"/>
                </a:lnSpc>
                <a:spcBef>
                  <a:spcPts val="0"/>
                </a:spcBef>
                <a:spcAft>
                  <a:spcPts val="0"/>
                </a:spcAft>
                <a:buNone/>
              </a:pPr>
              <a:r>
                <a:rPr b="0" i="0" lang="en-US" sz="3000" u="none" cap="none" strike="noStrike">
                  <a:solidFill>
                    <a:srgbClr val="000000"/>
                  </a:solidFill>
                  <a:latin typeface="Arial"/>
                  <a:ea typeface="Arial"/>
                  <a:cs typeface="Arial"/>
                  <a:sym typeface="Arial"/>
                </a:rPr>
                <a:t>(A) Sam usually spends this much time on his schoolwork. </a:t>
              </a:r>
              <a:endParaRPr sz="3000"/>
            </a:p>
            <a:p>
              <a:pPr indent="0" lvl="0" marL="0" marR="0" rtl="0" algn="just">
                <a:lnSpc>
                  <a:spcPct val="131000"/>
                </a:lnSpc>
                <a:spcBef>
                  <a:spcPts val="0"/>
                </a:spcBef>
                <a:spcAft>
                  <a:spcPts val="0"/>
                </a:spcAft>
                <a:buNone/>
              </a:pPr>
              <a:r>
                <a:rPr b="0" i="0" lang="en-US" sz="3000" u="none" cap="none" strike="noStrike">
                  <a:solidFill>
                    <a:srgbClr val="000000"/>
                  </a:solidFill>
                  <a:latin typeface="Arial"/>
                  <a:ea typeface="Arial"/>
                  <a:cs typeface="Arial"/>
                  <a:sym typeface="Arial"/>
                </a:rPr>
                <a:t>(B) Sam has rarely worked so hard. </a:t>
              </a:r>
              <a:endParaRPr sz="3000"/>
            </a:p>
            <a:p>
              <a:pPr indent="0" lvl="0" marL="0" marR="0" rtl="0" algn="just">
                <a:lnSpc>
                  <a:spcPct val="131000"/>
                </a:lnSpc>
                <a:spcBef>
                  <a:spcPts val="0"/>
                </a:spcBef>
                <a:spcAft>
                  <a:spcPts val="0"/>
                </a:spcAft>
                <a:buNone/>
              </a:pPr>
              <a:r>
                <a:rPr b="0" i="0" lang="en-US" sz="3000" u="none" cap="none" strike="noStrike">
                  <a:solidFill>
                    <a:srgbClr val="000000"/>
                  </a:solidFill>
                  <a:latin typeface="Arial"/>
                  <a:ea typeface="Arial"/>
                  <a:cs typeface="Arial"/>
                  <a:sym typeface="Arial"/>
                </a:rPr>
                <a:t>(C) Sam took too much time on this paper. </a:t>
              </a:r>
              <a:endParaRPr sz="3000"/>
            </a:p>
            <a:p>
              <a:pPr indent="0" lvl="0" marL="0" marR="0" rtl="0" algn="just">
                <a:lnSpc>
                  <a:spcPct val="131000"/>
                </a:lnSpc>
                <a:spcBef>
                  <a:spcPts val="0"/>
                </a:spcBef>
                <a:spcAft>
                  <a:spcPts val="0"/>
                </a:spcAft>
                <a:buNone/>
              </a:pPr>
              <a:r>
                <a:rPr b="0" i="0" lang="en-US" sz="3000" u="none" cap="none" strike="noStrike">
                  <a:solidFill>
                    <a:srgbClr val="000000"/>
                  </a:solidFill>
                  <a:latin typeface="Arial"/>
                  <a:ea typeface="Arial"/>
                  <a:cs typeface="Arial"/>
                  <a:sym typeface="Arial"/>
                </a:rPr>
                <a:t>(D) Sam should’ve worked harder on this paper.</a:t>
              </a:r>
              <a:endParaRPr sz="3000"/>
            </a:p>
            <a:p>
              <a:pPr indent="0" lvl="0" marL="0" marR="0" rtl="0" algn="just">
                <a:lnSpc>
                  <a:spcPct val="131000"/>
                </a:lnSpc>
                <a:spcBef>
                  <a:spcPts val="0"/>
                </a:spcBef>
                <a:spcAft>
                  <a:spcPts val="0"/>
                </a:spcAft>
                <a:buNone/>
              </a:pPr>
              <a:r>
                <a:t/>
              </a:r>
              <a:endParaRPr b="0" i="0" sz="3000" u="none" cap="none" strike="noStrike">
                <a:solidFill>
                  <a:srgbClr val="000000"/>
                </a:solidFill>
                <a:latin typeface="Arial"/>
                <a:ea typeface="Arial"/>
                <a:cs typeface="Arial"/>
                <a:sym typeface="Arial"/>
              </a:endParaRPr>
            </a:p>
            <a:p>
              <a:pPr indent="0" lvl="0" marL="0" marR="0" rtl="0" algn="just">
                <a:lnSpc>
                  <a:spcPct val="131000"/>
                </a:lnSpc>
                <a:spcBef>
                  <a:spcPts val="0"/>
                </a:spcBef>
                <a:spcAft>
                  <a:spcPts val="0"/>
                </a:spcAft>
                <a:buNone/>
              </a:pPr>
              <a:r>
                <a:rPr b="0" i="0" lang="en-US" sz="3000" u="none" cap="none" strike="noStrike">
                  <a:solidFill>
                    <a:srgbClr val="000000"/>
                  </a:solidFill>
                  <a:latin typeface="Arial"/>
                  <a:ea typeface="Arial"/>
                  <a:cs typeface="Arial"/>
                  <a:sym typeface="Arial"/>
                </a:rPr>
                <a:t>(Woman) Does Steve usually park his car there? </a:t>
              </a:r>
              <a:endParaRPr sz="3000"/>
            </a:p>
            <a:p>
              <a:pPr indent="0" lvl="0" marL="0" marR="0" rtl="0" algn="just">
                <a:lnSpc>
                  <a:spcPct val="131000"/>
                </a:lnSpc>
                <a:spcBef>
                  <a:spcPts val="0"/>
                </a:spcBef>
                <a:spcAft>
                  <a:spcPts val="0"/>
                </a:spcAft>
                <a:buNone/>
              </a:pPr>
              <a:r>
                <a:rPr b="0" i="0" lang="en-US" sz="3000" u="none" cap="none" strike="noStrike">
                  <a:solidFill>
                    <a:srgbClr val="000000"/>
                  </a:solidFill>
                  <a:latin typeface="Arial"/>
                  <a:ea typeface="Arial"/>
                  <a:cs typeface="Arial"/>
                  <a:sym typeface="Arial"/>
                </a:rPr>
                <a:t>(Man) Only once has he parked his car in that lot. </a:t>
              </a:r>
              <a:endParaRPr sz="3000"/>
            </a:p>
            <a:p>
              <a:pPr indent="0" lvl="0" marL="0" marR="0" rtl="0" algn="just">
                <a:lnSpc>
                  <a:spcPct val="131000"/>
                </a:lnSpc>
                <a:spcBef>
                  <a:spcPts val="0"/>
                </a:spcBef>
                <a:spcAft>
                  <a:spcPts val="0"/>
                </a:spcAft>
                <a:buNone/>
              </a:pPr>
              <a:r>
                <a:rPr b="0" i="0" lang="en-US" sz="3000" u="none" cap="none" strike="noStrike">
                  <a:solidFill>
                    <a:srgbClr val="000000"/>
                  </a:solidFill>
                  <a:latin typeface="Arial"/>
                  <a:ea typeface="Arial"/>
                  <a:cs typeface="Arial"/>
                  <a:sym typeface="Arial"/>
                </a:rPr>
                <a:t>(Narrator) What does the man mean? </a:t>
              </a:r>
              <a:endParaRPr sz="3000"/>
            </a:p>
            <a:p>
              <a:pPr indent="0" lvl="0" marL="0" marR="0" rtl="0" algn="just">
                <a:lnSpc>
                  <a:spcPct val="50000"/>
                </a:lnSpc>
                <a:spcBef>
                  <a:spcPts val="0"/>
                </a:spcBef>
                <a:spcAft>
                  <a:spcPts val="0"/>
                </a:spcAft>
                <a:buNone/>
              </a:pPr>
              <a:r>
                <a:t/>
              </a:r>
              <a:endParaRPr b="0" i="0" sz="3000" u="none" cap="none" strike="noStrike">
                <a:solidFill>
                  <a:srgbClr val="000000"/>
                </a:solidFill>
                <a:latin typeface="Arial"/>
                <a:ea typeface="Arial"/>
                <a:cs typeface="Arial"/>
                <a:sym typeface="Arial"/>
              </a:endParaRPr>
            </a:p>
            <a:p>
              <a:pPr indent="0" lvl="0" marL="0" marR="0" rtl="0" algn="just">
                <a:lnSpc>
                  <a:spcPct val="131000"/>
                </a:lnSpc>
                <a:spcBef>
                  <a:spcPts val="0"/>
                </a:spcBef>
                <a:spcAft>
                  <a:spcPts val="0"/>
                </a:spcAft>
                <a:buNone/>
              </a:pPr>
              <a:r>
                <a:rPr b="0" i="0" lang="en-US" sz="3000" u="none" cap="none" strike="noStrike">
                  <a:solidFill>
                    <a:srgbClr val="000000"/>
                  </a:solidFill>
                  <a:latin typeface="Arial"/>
                  <a:ea typeface="Arial"/>
                  <a:cs typeface="Arial"/>
                  <a:sym typeface="Arial"/>
                </a:rPr>
                <a:t>(A) He parks his car there once in a while. </a:t>
              </a:r>
              <a:endParaRPr sz="3000"/>
            </a:p>
            <a:p>
              <a:pPr indent="0" lvl="0" marL="0" marR="0" rtl="0" algn="just">
                <a:lnSpc>
                  <a:spcPct val="131000"/>
                </a:lnSpc>
                <a:spcBef>
                  <a:spcPts val="0"/>
                </a:spcBef>
                <a:spcAft>
                  <a:spcPts val="0"/>
                </a:spcAft>
                <a:buNone/>
              </a:pPr>
              <a:r>
                <a:rPr b="0" i="0" lang="en-US" sz="3000" u="none" cap="none" strike="noStrike">
                  <a:solidFill>
                    <a:srgbClr val="000000"/>
                  </a:solidFill>
                  <a:latin typeface="Arial"/>
                  <a:ea typeface="Arial"/>
                  <a:cs typeface="Arial"/>
                  <a:sym typeface="Arial"/>
                </a:rPr>
                <a:t>(B) He’s parked his car there a lot. </a:t>
              </a:r>
              <a:endParaRPr sz="3000"/>
            </a:p>
            <a:p>
              <a:pPr indent="0" lvl="0" marL="0" marR="0" rtl="0" algn="just">
                <a:lnSpc>
                  <a:spcPct val="131000"/>
                </a:lnSpc>
                <a:spcBef>
                  <a:spcPts val="0"/>
                </a:spcBef>
                <a:spcAft>
                  <a:spcPts val="0"/>
                </a:spcAft>
                <a:buNone/>
              </a:pPr>
              <a:r>
                <a:rPr b="0" i="0" lang="en-US" sz="3000" u="none" cap="none" strike="noStrike">
                  <a:solidFill>
                    <a:srgbClr val="000000"/>
                  </a:solidFill>
                  <a:latin typeface="Arial"/>
                  <a:ea typeface="Arial"/>
                  <a:cs typeface="Arial"/>
                  <a:sym typeface="Arial"/>
                </a:rPr>
                <a:t>(C) He only leaves his car there for short periods of time. </a:t>
              </a:r>
              <a:endParaRPr sz="3000"/>
            </a:p>
            <a:p>
              <a:pPr indent="0" lvl="0" marL="0" marR="0" rtl="0" algn="just">
                <a:lnSpc>
                  <a:spcPct val="131000"/>
                </a:lnSpc>
                <a:spcBef>
                  <a:spcPts val="0"/>
                </a:spcBef>
                <a:spcAft>
                  <a:spcPts val="0"/>
                </a:spcAft>
                <a:buNone/>
              </a:pPr>
              <a:r>
                <a:rPr b="0" i="0" lang="en-US" sz="3000" u="none" cap="none" strike="noStrike">
                  <a:solidFill>
                    <a:srgbClr val="000000"/>
                  </a:solidFill>
                  <a:latin typeface="Arial"/>
                  <a:ea typeface="Arial"/>
                  <a:cs typeface="Arial"/>
                  <a:sym typeface="Arial"/>
                </a:rPr>
                <a:t>(D) He left his car there on just one occasion.</a:t>
              </a:r>
              <a:endParaRPr sz="3000"/>
            </a:p>
          </p:txBody>
        </p:sp>
        <p:sp>
          <p:nvSpPr>
            <p:cNvPr id="285" name="Google Shape;285;p17"/>
            <p:cNvSpPr txBox="1"/>
            <p:nvPr/>
          </p:nvSpPr>
          <p:spPr>
            <a:xfrm>
              <a:off x="0" y="-518583"/>
              <a:ext cx="1049100" cy="615600"/>
            </a:xfrm>
            <a:prstGeom prst="rect">
              <a:avLst/>
            </a:prstGeom>
            <a:noFill/>
            <a:ln>
              <a:noFill/>
            </a:ln>
          </p:spPr>
          <p:txBody>
            <a:bodyPr anchorCtr="0" anchor="t" bIns="0" lIns="0" spcFirstLastPara="1" rIns="0" wrap="square" tIns="0">
              <a:spAutoFit/>
            </a:bodyPr>
            <a:lstStyle/>
            <a:p>
              <a:pPr indent="0" lvl="0" marL="0" marR="0" rtl="0" algn="just">
                <a:lnSpc>
                  <a:spcPct val="131000"/>
                </a:lnSpc>
                <a:spcBef>
                  <a:spcPts val="0"/>
                </a:spcBef>
                <a:spcAft>
                  <a:spcPts val="0"/>
                </a:spcAft>
                <a:buNone/>
              </a:pPr>
              <a:r>
                <a:rPr b="0" i="0" lang="en-US" sz="3000" u="none" cap="none" strike="noStrike">
                  <a:solidFill>
                    <a:srgbClr val="000000"/>
                  </a:solidFill>
                  <a:latin typeface="Arial"/>
                  <a:ea typeface="Arial"/>
                  <a:cs typeface="Arial"/>
                  <a:sym typeface="Arial"/>
                </a:rPr>
                <a:t>2. </a:t>
              </a:r>
              <a:endParaRPr sz="3000"/>
            </a:p>
          </p:txBody>
        </p:sp>
        <p:sp>
          <p:nvSpPr>
            <p:cNvPr id="286" name="Google Shape;286;p17"/>
            <p:cNvSpPr txBox="1"/>
            <p:nvPr/>
          </p:nvSpPr>
          <p:spPr>
            <a:xfrm>
              <a:off x="0" y="6136217"/>
              <a:ext cx="1049100" cy="615600"/>
            </a:xfrm>
            <a:prstGeom prst="rect">
              <a:avLst/>
            </a:prstGeom>
            <a:noFill/>
            <a:ln>
              <a:noFill/>
            </a:ln>
          </p:spPr>
          <p:txBody>
            <a:bodyPr anchorCtr="0" anchor="t" bIns="0" lIns="0" spcFirstLastPara="1" rIns="0" wrap="square" tIns="0">
              <a:spAutoFit/>
            </a:bodyPr>
            <a:lstStyle/>
            <a:p>
              <a:pPr indent="0" lvl="0" marL="0" marR="0" rtl="0" algn="just">
                <a:lnSpc>
                  <a:spcPct val="131000"/>
                </a:lnSpc>
                <a:spcBef>
                  <a:spcPts val="0"/>
                </a:spcBef>
                <a:spcAft>
                  <a:spcPts val="0"/>
                </a:spcAft>
                <a:buNone/>
              </a:pPr>
              <a:r>
                <a:rPr b="0" i="0" lang="en-US" sz="3000" u="none" cap="none" strike="noStrike">
                  <a:solidFill>
                    <a:srgbClr val="000000"/>
                  </a:solidFill>
                  <a:latin typeface="Arial"/>
                  <a:ea typeface="Arial"/>
                  <a:cs typeface="Arial"/>
                  <a:sym typeface="Arial"/>
                </a:rPr>
                <a:t>3. </a:t>
              </a:r>
              <a:endParaRPr sz="3000"/>
            </a:p>
          </p:txBody>
        </p:sp>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18"/>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202" r="-2201" t="0"/>
            </a:stretch>
          </a:blipFill>
          <a:ln>
            <a:noFill/>
          </a:ln>
        </p:spPr>
      </p:sp>
      <p:sp>
        <p:nvSpPr>
          <p:cNvPr id="292" name="Google Shape;292;p18"/>
          <p:cNvSpPr txBox="1"/>
          <p:nvPr/>
        </p:nvSpPr>
        <p:spPr>
          <a:xfrm>
            <a:off x="483809" y="1677034"/>
            <a:ext cx="17045700" cy="7835700"/>
          </a:xfrm>
          <a:prstGeom prst="rect">
            <a:avLst/>
          </a:prstGeom>
          <a:noFill/>
          <a:ln>
            <a:noFill/>
          </a:ln>
        </p:spPr>
        <p:txBody>
          <a:bodyPr anchorCtr="0" anchor="t" bIns="0" lIns="0" spcFirstLastPara="1" rIns="0" wrap="square" tIns="0">
            <a:spAutoFit/>
          </a:bodyPr>
          <a:lstStyle/>
          <a:p>
            <a:pPr indent="0" lvl="0" marL="0" marR="0" rtl="0" algn="l">
              <a:lnSpc>
                <a:spcPct val="130009"/>
              </a:lnSpc>
              <a:spcBef>
                <a:spcPts val="0"/>
              </a:spcBef>
              <a:spcAft>
                <a:spcPts val="0"/>
              </a:spcAft>
              <a:buNone/>
            </a:pPr>
            <a:r>
              <a:rPr b="1" i="0" lang="en-US" sz="2800" u="none" cap="none" strike="noStrike">
                <a:solidFill>
                  <a:srgbClr val="000000"/>
                </a:solidFill>
                <a:latin typeface="Arial"/>
                <a:ea typeface="Arial"/>
                <a:cs typeface="Arial"/>
                <a:sym typeface="Arial"/>
              </a:rPr>
              <a:t>Example: </a:t>
            </a:r>
            <a:endParaRPr sz="2800"/>
          </a:p>
          <a:p>
            <a:pPr indent="0" lvl="0" marL="0" marR="0" rtl="0" algn="l">
              <a:lnSpc>
                <a:spcPct val="71991"/>
              </a:lnSpc>
              <a:spcBef>
                <a:spcPts val="0"/>
              </a:spcBef>
              <a:spcAft>
                <a:spcPts val="0"/>
              </a:spcAft>
              <a:buNone/>
            </a:pPr>
            <a:r>
              <a:t/>
            </a:r>
            <a:endParaRPr b="1" i="0" sz="2800" u="none" cap="none" strike="noStrike">
              <a:solidFill>
                <a:srgbClr val="000000"/>
              </a:solidFill>
              <a:latin typeface="Arial"/>
              <a:ea typeface="Arial"/>
              <a:cs typeface="Arial"/>
              <a:sym typeface="Arial"/>
            </a:endParaRPr>
          </a:p>
          <a:p>
            <a:pPr indent="0" lvl="0" marL="0" marR="0" rtl="0" algn="l">
              <a:lnSpc>
                <a:spcPct val="130009"/>
              </a:lnSpc>
              <a:spcBef>
                <a:spcPts val="0"/>
              </a:spcBef>
              <a:spcAft>
                <a:spcPts val="0"/>
              </a:spcAft>
              <a:buNone/>
            </a:pPr>
            <a:r>
              <a:rPr b="0" i="0" lang="en-US" sz="2800" u="none" cap="none" strike="noStrike">
                <a:solidFill>
                  <a:srgbClr val="000000"/>
                </a:solidFill>
                <a:latin typeface="Arial"/>
                <a:ea typeface="Arial"/>
                <a:cs typeface="Arial"/>
                <a:sym typeface="Arial"/>
              </a:rPr>
              <a:t>On the recording, you hear: </a:t>
            </a:r>
            <a:endParaRPr sz="2800"/>
          </a:p>
          <a:p>
            <a:pPr indent="0" lvl="0" marL="0" marR="0" rtl="0" algn="l">
              <a:lnSpc>
                <a:spcPct val="71991"/>
              </a:lnSpc>
              <a:spcBef>
                <a:spcPts val="0"/>
              </a:spcBef>
              <a:spcAft>
                <a:spcPts val="0"/>
              </a:spcAft>
              <a:buNone/>
            </a:pPr>
            <a:r>
              <a:t/>
            </a:r>
            <a:endParaRPr b="0" i="0" sz="2800" u="none" cap="none" strike="noStrike">
              <a:solidFill>
                <a:srgbClr val="000000"/>
              </a:solidFill>
              <a:latin typeface="Arial"/>
              <a:ea typeface="Arial"/>
              <a:cs typeface="Arial"/>
              <a:sym typeface="Arial"/>
            </a:endParaRPr>
          </a:p>
          <a:p>
            <a:pPr indent="0" lvl="0" marL="0" marR="0" rtl="0" algn="l">
              <a:lnSpc>
                <a:spcPct val="130009"/>
              </a:lnSpc>
              <a:spcBef>
                <a:spcPts val="0"/>
              </a:spcBef>
              <a:spcAft>
                <a:spcPts val="0"/>
              </a:spcAft>
              <a:buNone/>
            </a:pPr>
            <a:r>
              <a:rPr b="0" i="0" lang="en-US" sz="2800" u="none" cap="none" strike="noStrike">
                <a:solidFill>
                  <a:srgbClr val="000000"/>
                </a:solidFill>
                <a:latin typeface="Arial"/>
                <a:ea typeface="Arial"/>
                <a:cs typeface="Arial"/>
                <a:sym typeface="Arial"/>
              </a:rPr>
              <a:t>(Woman) What do you think of the new student in math class? </a:t>
            </a:r>
            <a:endParaRPr sz="2800"/>
          </a:p>
          <a:p>
            <a:pPr indent="0" lvl="0" marL="0" marR="0" rtl="0" algn="l">
              <a:lnSpc>
                <a:spcPct val="130009"/>
              </a:lnSpc>
              <a:spcBef>
                <a:spcPts val="0"/>
              </a:spcBef>
              <a:spcAft>
                <a:spcPts val="0"/>
              </a:spcAft>
              <a:buNone/>
            </a:pPr>
            <a:r>
              <a:rPr b="0" i="0" lang="en-US" sz="2800" u="none" cap="none" strike="noStrike">
                <a:solidFill>
                  <a:srgbClr val="000000"/>
                </a:solidFill>
                <a:latin typeface="Arial"/>
                <a:ea typeface="Arial"/>
                <a:cs typeface="Arial"/>
                <a:sym typeface="Arial"/>
              </a:rPr>
              <a:t>(Man) No one is more intelligent than she is. </a:t>
            </a:r>
            <a:endParaRPr sz="2800"/>
          </a:p>
          <a:p>
            <a:pPr indent="0" lvl="0" marL="0" marR="0" rtl="0" algn="l">
              <a:lnSpc>
                <a:spcPct val="130009"/>
              </a:lnSpc>
              <a:spcBef>
                <a:spcPts val="0"/>
              </a:spcBef>
              <a:spcAft>
                <a:spcPts val="0"/>
              </a:spcAft>
              <a:buNone/>
            </a:pPr>
            <a:r>
              <a:rPr b="0" i="0" lang="en-US" sz="2800" u="none" cap="none" strike="noStrike">
                <a:solidFill>
                  <a:srgbClr val="000000"/>
                </a:solidFill>
                <a:latin typeface="Arial"/>
                <a:ea typeface="Arial"/>
                <a:cs typeface="Arial"/>
                <a:sym typeface="Arial"/>
              </a:rPr>
              <a:t>(Narrator) What does the man say about the new student? </a:t>
            </a:r>
            <a:endParaRPr sz="2800"/>
          </a:p>
          <a:p>
            <a:pPr indent="0" lvl="0" marL="0" marR="0" rtl="0" algn="l">
              <a:lnSpc>
                <a:spcPct val="71991"/>
              </a:lnSpc>
              <a:spcBef>
                <a:spcPts val="0"/>
              </a:spcBef>
              <a:spcAft>
                <a:spcPts val="0"/>
              </a:spcAft>
              <a:buNone/>
            </a:pPr>
            <a:r>
              <a:t/>
            </a:r>
            <a:endParaRPr b="0" i="0" sz="2800" u="none" cap="none" strike="noStrike">
              <a:solidFill>
                <a:srgbClr val="000000"/>
              </a:solidFill>
              <a:latin typeface="Arial"/>
              <a:ea typeface="Arial"/>
              <a:cs typeface="Arial"/>
              <a:sym typeface="Arial"/>
            </a:endParaRPr>
          </a:p>
          <a:p>
            <a:pPr indent="0" lvl="0" marL="0" marR="0" rtl="0" algn="l">
              <a:lnSpc>
                <a:spcPct val="130009"/>
              </a:lnSpc>
              <a:spcBef>
                <a:spcPts val="0"/>
              </a:spcBef>
              <a:spcAft>
                <a:spcPts val="0"/>
              </a:spcAft>
              <a:buNone/>
            </a:pPr>
            <a:r>
              <a:rPr b="0" i="0" lang="en-US" sz="2800" u="none" cap="none" strike="noStrike">
                <a:solidFill>
                  <a:srgbClr val="000000"/>
                </a:solidFill>
                <a:latin typeface="Arial"/>
                <a:ea typeface="Arial"/>
                <a:cs typeface="Arial"/>
                <a:sym typeface="Arial"/>
              </a:rPr>
              <a:t>In your test book or on the computer screen, you read: </a:t>
            </a:r>
            <a:endParaRPr sz="2800"/>
          </a:p>
          <a:p>
            <a:pPr indent="0" lvl="0" marL="0" marR="0" rtl="0" algn="l">
              <a:lnSpc>
                <a:spcPct val="130009"/>
              </a:lnSpc>
              <a:spcBef>
                <a:spcPts val="0"/>
              </a:spcBef>
              <a:spcAft>
                <a:spcPts val="0"/>
              </a:spcAft>
              <a:buNone/>
            </a:pPr>
            <a:r>
              <a:rPr b="0" i="0" lang="en-US" sz="2800" u="none" cap="none" strike="noStrike">
                <a:solidFill>
                  <a:srgbClr val="000000"/>
                </a:solidFill>
                <a:latin typeface="Arial"/>
                <a:ea typeface="Arial"/>
                <a:cs typeface="Arial"/>
                <a:sym typeface="Arial"/>
              </a:rPr>
              <a:t>(A) She is not very smart. </a:t>
            </a:r>
            <a:endParaRPr sz="2800"/>
          </a:p>
          <a:p>
            <a:pPr indent="0" lvl="0" marL="0" marR="0" rtl="0" algn="l">
              <a:lnSpc>
                <a:spcPct val="130009"/>
              </a:lnSpc>
              <a:spcBef>
                <a:spcPts val="0"/>
              </a:spcBef>
              <a:spcAft>
                <a:spcPts val="0"/>
              </a:spcAft>
              <a:buNone/>
            </a:pPr>
            <a:r>
              <a:rPr b="0" i="0" lang="en-US" sz="2800" u="none" cap="none" strike="noStrike">
                <a:solidFill>
                  <a:srgbClr val="000000"/>
                </a:solidFill>
                <a:latin typeface="Arial"/>
                <a:ea typeface="Arial"/>
                <a:cs typeface="Arial"/>
                <a:sym typeface="Arial"/>
              </a:rPr>
              <a:t>(B) He is smarter that she is. </a:t>
            </a:r>
            <a:endParaRPr sz="2800"/>
          </a:p>
          <a:p>
            <a:pPr indent="0" lvl="0" marL="0" marR="0" rtl="0" algn="l">
              <a:lnSpc>
                <a:spcPct val="130009"/>
              </a:lnSpc>
              <a:spcBef>
                <a:spcPts val="0"/>
              </a:spcBef>
              <a:spcAft>
                <a:spcPts val="0"/>
              </a:spcAft>
              <a:buNone/>
            </a:pPr>
            <a:r>
              <a:rPr b="0" i="0" lang="en-US" sz="2800" u="none" cap="none" strike="noStrike">
                <a:solidFill>
                  <a:srgbClr val="000000"/>
                </a:solidFill>
                <a:latin typeface="Arial"/>
                <a:ea typeface="Arial"/>
                <a:cs typeface="Arial"/>
                <a:sym typeface="Arial"/>
              </a:rPr>
              <a:t>(C) Other students are smarter than she is. </a:t>
            </a:r>
            <a:endParaRPr sz="2800"/>
          </a:p>
          <a:p>
            <a:pPr indent="0" lvl="0" marL="0" marR="0" rtl="0" algn="l">
              <a:lnSpc>
                <a:spcPct val="130009"/>
              </a:lnSpc>
              <a:spcBef>
                <a:spcPts val="0"/>
              </a:spcBef>
              <a:spcAft>
                <a:spcPts val="0"/>
              </a:spcAft>
              <a:buNone/>
            </a:pPr>
            <a:r>
              <a:rPr b="0" i="0" lang="en-US" sz="2800" u="none" cap="none" strike="noStrike">
                <a:solidFill>
                  <a:srgbClr val="000000"/>
                </a:solidFill>
                <a:latin typeface="Arial"/>
                <a:ea typeface="Arial"/>
                <a:cs typeface="Arial"/>
                <a:sym typeface="Arial"/>
              </a:rPr>
              <a:t>(D) She is the smartest student in the class. </a:t>
            </a:r>
            <a:endParaRPr sz="2800"/>
          </a:p>
          <a:p>
            <a:pPr indent="0" lvl="0" marL="0" marR="0" rtl="0" algn="l">
              <a:lnSpc>
                <a:spcPct val="71991"/>
              </a:lnSpc>
              <a:spcBef>
                <a:spcPts val="0"/>
              </a:spcBef>
              <a:spcAft>
                <a:spcPts val="0"/>
              </a:spcAft>
              <a:buNone/>
            </a:pPr>
            <a:r>
              <a:t/>
            </a:r>
            <a:endParaRPr b="0" i="0" sz="2800" u="none" cap="none" strike="noStrike">
              <a:solidFill>
                <a:srgbClr val="000000"/>
              </a:solidFill>
              <a:latin typeface="Arial"/>
              <a:ea typeface="Arial"/>
              <a:cs typeface="Arial"/>
              <a:sym typeface="Arial"/>
            </a:endParaRPr>
          </a:p>
          <a:p>
            <a:pPr indent="0" lvl="0" marL="0" marR="0" rtl="0" algn="l">
              <a:lnSpc>
                <a:spcPct val="130009"/>
              </a:lnSpc>
              <a:spcBef>
                <a:spcPts val="0"/>
              </a:spcBef>
              <a:spcAft>
                <a:spcPts val="0"/>
              </a:spcAft>
              <a:buNone/>
            </a:pPr>
            <a:r>
              <a:rPr b="0" i="0" lang="en-US" sz="2800" u="none" cap="none" strike="noStrike">
                <a:solidFill>
                  <a:srgbClr val="000000"/>
                </a:solidFill>
                <a:latin typeface="Arial"/>
                <a:ea typeface="Arial"/>
                <a:cs typeface="Arial"/>
                <a:sym typeface="Arial"/>
              </a:rPr>
              <a:t>The man responds to the woman’s question with the negative. No and and the comparative more intelligent, and this combination has a superlative meaning, the smartest. The best answer is therefore answer (D).</a:t>
            </a:r>
            <a:endParaRPr sz="2800"/>
          </a:p>
        </p:txBody>
      </p:sp>
      <p:grpSp>
        <p:nvGrpSpPr>
          <p:cNvPr id="293" name="Google Shape;293;p18"/>
          <p:cNvGrpSpPr/>
          <p:nvPr/>
        </p:nvGrpSpPr>
        <p:grpSpPr>
          <a:xfrm>
            <a:off x="1812826" y="127971"/>
            <a:ext cx="14662349" cy="1184983"/>
            <a:chOff x="0" y="-28575"/>
            <a:chExt cx="3457621" cy="279438"/>
          </a:xfrm>
        </p:grpSpPr>
        <p:sp>
          <p:nvSpPr>
            <p:cNvPr id="294" name="Google Shape;294;p18"/>
            <p:cNvSpPr/>
            <p:nvPr/>
          </p:nvSpPr>
          <p:spPr>
            <a:xfrm>
              <a:off x="0" y="0"/>
              <a:ext cx="3457621" cy="250863"/>
            </a:xfrm>
            <a:custGeom>
              <a:rect b="b" l="l" r="r" t="t"/>
              <a:pathLst>
                <a:path extrusionOk="0" h="250863" w="3457621">
                  <a:moveTo>
                    <a:pt x="0" y="0"/>
                  </a:moveTo>
                  <a:lnTo>
                    <a:pt x="3457621" y="0"/>
                  </a:lnTo>
                  <a:lnTo>
                    <a:pt x="3457621" y="250863"/>
                  </a:lnTo>
                  <a:lnTo>
                    <a:pt x="0" y="250863"/>
                  </a:lnTo>
                  <a:close/>
                </a:path>
              </a:pathLst>
            </a:custGeom>
            <a:gradFill>
              <a:gsLst>
                <a:gs pos="0">
                  <a:srgbClr val="0C2756"/>
                </a:gs>
                <a:gs pos="50000">
                  <a:srgbClr val="1D629A"/>
                </a:gs>
                <a:gs pos="100000">
                  <a:srgbClr val="0C2756"/>
                </a:gs>
              </a:gsLst>
              <a:lin ang="0" scaled="0"/>
            </a:gradFill>
            <a:ln>
              <a:noFill/>
            </a:ln>
          </p:spPr>
        </p:sp>
        <p:sp>
          <p:nvSpPr>
            <p:cNvPr id="295" name="Google Shape;295;p18"/>
            <p:cNvSpPr txBox="1"/>
            <p:nvPr/>
          </p:nvSpPr>
          <p:spPr>
            <a:xfrm>
              <a:off x="0" y="-28575"/>
              <a:ext cx="3457621" cy="279438"/>
            </a:xfrm>
            <a:prstGeom prst="rect">
              <a:avLst/>
            </a:prstGeom>
            <a:noFill/>
            <a:ln>
              <a:noFill/>
            </a:ln>
          </p:spPr>
          <p:txBody>
            <a:bodyPr anchorCtr="0" anchor="ctr" bIns="56725" lIns="56725" spcFirstLastPara="1" rIns="56725" wrap="square" tIns="56725">
              <a:noAutofit/>
            </a:bodyPr>
            <a:lstStyle/>
            <a:p>
              <a:pPr indent="0" lvl="0" marL="0" marR="0" rtl="0" algn="ctr">
                <a:lnSpc>
                  <a:spcPct val="1181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96" name="Google Shape;296;p18"/>
          <p:cNvSpPr txBox="1"/>
          <p:nvPr/>
        </p:nvSpPr>
        <p:spPr>
          <a:xfrm>
            <a:off x="2788261" y="490827"/>
            <a:ext cx="12711479" cy="542347"/>
          </a:xfrm>
          <a:prstGeom prst="rect">
            <a:avLst/>
          </a:prstGeom>
          <a:noFill/>
          <a:ln>
            <a:noFill/>
          </a:ln>
        </p:spPr>
        <p:txBody>
          <a:bodyPr anchorCtr="0" anchor="t" bIns="0" lIns="0" spcFirstLastPara="1" rIns="0" wrap="square" tIns="0">
            <a:spAutoFit/>
          </a:bodyPr>
          <a:lstStyle/>
          <a:p>
            <a:pPr indent="0" lvl="0" marL="0" marR="0" rtl="0" algn="ctr">
              <a:lnSpc>
                <a:spcPct val="104000"/>
              </a:lnSpc>
              <a:spcBef>
                <a:spcPts val="0"/>
              </a:spcBef>
              <a:spcAft>
                <a:spcPts val="0"/>
              </a:spcAft>
              <a:buNone/>
            </a:pPr>
            <a:r>
              <a:rPr b="1" i="0" lang="en-US" sz="3350" u="none" cap="none" strike="noStrike">
                <a:solidFill>
                  <a:srgbClr val="FFFFFF"/>
                </a:solidFill>
                <a:latin typeface="Arial"/>
                <a:ea typeface="Arial"/>
                <a:cs typeface="Arial"/>
                <a:sym typeface="Arial"/>
              </a:rPr>
              <a:t>SKILL 10: LISTEN FOR NEGATIVES WITH COMPARATIVES.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19"/>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202" r="-2201" t="0"/>
            </a:stretch>
          </a:blipFill>
          <a:ln>
            <a:noFill/>
          </a:ln>
        </p:spPr>
      </p:sp>
      <p:grpSp>
        <p:nvGrpSpPr>
          <p:cNvPr id="302" name="Google Shape;302;p19"/>
          <p:cNvGrpSpPr/>
          <p:nvPr/>
        </p:nvGrpSpPr>
        <p:grpSpPr>
          <a:xfrm>
            <a:off x="1812826" y="127971"/>
            <a:ext cx="14662349" cy="1184983"/>
            <a:chOff x="0" y="-28575"/>
            <a:chExt cx="3457621" cy="279438"/>
          </a:xfrm>
        </p:grpSpPr>
        <p:sp>
          <p:nvSpPr>
            <p:cNvPr id="303" name="Google Shape;303;p19"/>
            <p:cNvSpPr/>
            <p:nvPr/>
          </p:nvSpPr>
          <p:spPr>
            <a:xfrm>
              <a:off x="0" y="0"/>
              <a:ext cx="3457621" cy="250863"/>
            </a:xfrm>
            <a:custGeom>
              <a:rect b="b" l="l" r="r" t="t"/>
              <a:pathLst>
                <a:path extrusionOk="0" h="250863" w="3457621">
                  <a:moveTo>
                    <a:pt x="0" y="0"/>
                  </a:moveTo>
                  <a:lnTo>
                    <a:pt x="3457621" y="0"/>
                  </a:lnTo>
                  <a:lnTo>
                    <a:pt x="3457621" y="250863"/>
                  </a:lnTo>
                  <a:lnTo>
                    <a:pt x="0" y="250863"/>
                  </a:lnTo>
                  <a:close/>
                </a:path>
              </a:pathLst>
            </a:custGeom>
            <a:gradFill>
              <a:gsLst>
                <a:gs pos="0">
                  <a:srgbClr val="0C2756"/>
                </a:gs>
                <a:gs pos="50000">
                  <a:srgbClr val="1D629A"/>
                </a:gs>
                <a:gs pos="100000">
                  <a:srgbClr val="0C2756"/>
                </a:gs>
              </a:gsLst>
              <a:lin ang="0" scaled="0"/>
            </a:gradFill>
            <a:ln>
              <a:noFill/>
            </a:ln>
          </p:spPr>
        </p:sp>
        <p:sp>
          <p:nvSpPr>
            <p:cNvPr id="304" name="Google Shape;304;p19"/>
            <p:cNvSpPr txBox="1"/>
            <p:nvPr/>
          </p:nvSpPr>
          <p:spPr>
            <a:xfrm>
              <a:off x="0" y="-28575"/>
              <a:ext cx="3457621" cy="279438"/>
            </a:xfrm>
            <a:prstGeom prst="rect">
              <a:avLst/>
            </a:prstGeom>
            <a:noFill/>
            <a:ln>
              <a:noFill/>
            </a:ln>
          </p:spPr>
          <p:txBody>
            <a:bodyPr anchorCtr="0" anchor="ctr" bIns="56725" lIns="56725" spcFirstLastPara="1" rIns="56725" wrap="square" tIns="56725">
              <a:noAutofit/>
            </a:bodyPr>
            <a:lstStyle/>
            <a:p>
              <a:pPr indent="0" lvl="0" marL="0" marR="0" rtl="0" algn="ctr">
                <a:lnSpc>
                  <a:spcPct val="1181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05" name="Google Shape;305;p19"/>
          <p:cNvSpPr txBox="1"/>
          <p:nvPr/>
        </p:nvSpPr>
        <p:spPr>
          <a:xfrm>
            <a:off x="2788261" y="490827"/>
            <a:ext cx="12711479" cy="542347"/>
          </a:xfrm>
          <a:prstGeom prst="rect">
            <a:avLst/>
          </a:prstGeom>
          <a:noFill/>
          <a:ln>
            <a:noFill/>
          </a:ln>
        </p:spPr>
        <p:txBody>
          <a:bodyPr anchorCtr="0" anchor="t" bIns="0" lIns="0" spcFirstLastPara="1" rIns="0" wrap="square" tIns="0">
            <a:spAutoFit/>
          </a:bodyPr>
          <a:lstStyle/>
          <a:p>
            <a:pPr indent="0" lvl="0" marL="0" marR="0" rtl="0" algn="ctr">
              <a:lnSpc>
                <a:spcPct val="104000"/>
              </a:lnSpc>
              <a:spcBef>
                <a:spcPts val="0"/>
              </a:spcBef>
              <a:spcAft>
                <a:spcPts val="0"/>
              </a:spcAft>
              <a:buNone/>
            </a:pPr>
            <a:r>
              <a:rPr b="1" i="0" lang="en-US" sz="3350" u="none" cap="none" strike="noStrike">
                <a:solidFill>
                  <a:srgbClr val="FFFFFF"/>
                </a:solidFill>
                <a:latin typeface="Arial"/>
                <a:ea typeface="Arial"/>
                <a:cs typeface="Arial"/>
                <a:sym typeface="Arial"/>
              </a:rPr>
              <a:t>SKILL 10: LISTEN FOR NEGATIVES WITH COMPARATIVES. </a:t>
            </a:r>
            <a:endParaRPr/>
          </a:p>
        </p:txBody>
      </p:sp>
      <p:graphicFrame>
        <p:nvGraphicFramePr>
          <p:cNvPr id="306" name="Google Shape;306;p19"/>
          <p:cNvGraphicFramePr/>
          <p:nvPr/>
        </p:nvGraphicFramePr>
        <p:xfrm>
          <a:off x="958136" y="2534538"/>
          <a:ext cx="3000000" cy="3000000"/>
        </p:xfrm>
        <a:graphic>
          <a:graphicData uri="http://schemas.openxmlformats.org/drawingml/2006/table">
            <a:tbl>
              <a:tblPr>
                <a:noFill/>
                <a:tableStyleId>{A34C67C4-F8AF-4D3F-AD9D-EF2DA171FC1E}</a:tableStyleId>
              </a:tblPr>
              <a:tblGrid>
                <a:gridCol w="4663300"/>
                <a:gridCol w="6251200"/>
                <a:gridCol w="5457250"/>
              </a:tblGrid>
              <a:tr h="1124825">
                <a:tc gridSpan="3">
                  <a:txBody>
                    <a:bodyPr/>
                    <a:lstStyle/>
                    <a:p>
                      <a:pPr indent="0" lvl="0" marL="0" marR="0" rtl="0" algn="ctr">
                        <a:lnSpc>
                          <a:spcPct val="140050"/>
                        </a:lnSpc>
                        <a:spcBef>
                          <a:spcPts val="0"/>
                        </a:spcBef>
                        <a:spcAft>
                          <a:spcPts val="0"/>
                        </a:spcAft>
                        <a:buNone/>
                      </a:pPr>
                      <a:r>
                        <a:rPr b="1" lang="en-US" sz="3543" u="none" cap="none" strike="noStrike">
                          <a:solidFill>
                            <a:srgbClr val="000000"/>
                          </a:solidFill>
                          <a:latin typeface="Arial"/>
                          <a:ea typeface="Arial"/>
                          <a:cs typeface="Arial"/>
                          <a:sym typeface="Arial"/>
                        </a:rPr>
                        <a:t>COMP</a:t>
                      </a:r>
                      <a:r>
                        <a:rPr b="1" lang="en-US" sz="3543"/>
                        <a:t>A</a:t>
                      </a:r>
                      <a:r>
                        <a:rPr b="1" lang="en-US" sz="3543" u="none" cap="none" strike="noStrike">
                          <a:solidFill>
                            <a:srgbClr val="000000"/>
                          </a:solidFill>
                          <a:latin typeface="Arial"/>
                          <a:ea typeface="Arial"/>
                          <a:cs typeface="Arial"/>
                          <a:sym typeface="Arial"/>
                        </a:rPr>
                        <a:t>RATIVES WITH NEGATIVES</a:t>
                      </a:r>
                      <a:endParaRPr sz="1100" u="none" cap="none" strike="noStrike"/>
                    </a:p>
                  </a:txBody>
                  <a:tcPr marT="190500" marB="190500" marR="190500" marL="190500" anchor="ctr">
                    <a:lnL cap="flat" cmpd="sng" w="38100">
                      <a:solidFill>
                        <a:srgbClr val="7CA4EF"/>
                      </a:solidFill>
                      <a:prstDash val="solid"/>
                      <a:round/>
                      <a:headEnd len="sm" w="sm" type="none"/>
                      <a:tailEnd len="sm" w="sm" type="none"/>
                    </a:lnL>
                    <a:lnR cap="flat" cmpd="sng" w="38100">
                      <a:solidFill>
                        <a:srgbClr val="7CA4EF"/>
                      </a:solidFill>
                      <a:prstDash val="solid"/>
                      <a:round/>
                      <a:headEnd len="sm" w="sm" type="none"/>
                      <a:tailEnd len="sm" w="sm" type="none"/>
                    </a:lnR>
                    <a:lnT cap="flat" cmpd="sng" w="38100">
                      <a:solidFill>
                        <a:srgbClr val="7CA4EF"/>
                      </a:solidFill>
                      <a:prstDash val="solid"/>
                      <a:round/>
                      <a:headEnd len="sm" w="sm" type="none"/>
                      <a:tailEnd len="sm" w="sm" type="none"/>
                    </a:lnT>
                    <a:lnB cap="flat" cmpd="sng" w="38100">
                      <a:solidFill>
                        <a:srgbClr val="7CA4EF"/>
                      </a:solidFill>
                      <a:prstDash val="solid"/>
                      <a:round/>
                      <a:headEnd len="sm" w="sm" type="none"/>
                      <a:tailEnd len="sm" w="sm" type="none"/>
                    </a:lnB>
                    <a:solidFill>
                      <a:srgbClr val="7CA4EF"/>
                    </a:solidFill>
                  </a:tcPr>
                </a:tc>
                <a:tc hMerge="1"/>
                <a:tc hMerge="1"/>
              </a:tr>
              <a:tr h="999825">
                <a:tc>
                  <a:txBody>
                    <a:bodyPr/>
                    <a:lstStyle/>
                    <a:p>
                      <a:pPr indent="0" lvl="0" marL="0" marR="0" rtl="0" algn="ctr">
                        <a:lnSpc>
                          <a:spcPct val="140000"/>
                        </a:lnSpc>
                        <a:spcBef>
                          <a:spcPts val="0"/>
                        </a:spcBef>
                        <a:spcAft>
                          <a:spcPts val="0"/>
                        </a:spcAft>
                        <a:buNone/>
                      </a:pPr>
                      <a:r>
                        <a:rPr b="1" lang="en-US" sz="2900" u="none" cap="none" strike="noStrike">
                          <a:solidFill>
                            <a:srgbClr val="000000"/>
                          </a:solidFill>
                          <a:latin typeface="Arial"/>
                          <a:ea typeface="Arial"/>
                          <a:cs typeface="Arial"/>
                          <a:sym typeface="Arial"/>
                        </a:rPr>
                        <a:t>COMP</a:t>
                      </a:r>
                      <a:r>
                        <a:rPr b="1" lang="en-US" sz="2900"/>
                        <a:t>A</a:t>
                      </a:r>
                      <a:r>
                        <a:rPr b="1" lang="en-US" sz="2900" u="none" cap="none" strike="noStrike">
                          <a:solidFill>
                            <a:srgbClr val="000000"/>
                          </a:solidFill>
                          <a:latin typeface="Arial"/>
                          <a:ea typeface="Arial"/>
                          <a:cs typeface="Arial"/>
                          <a:sym typeface="Arial"/>
                        </a:rPr>
                        <a:t>RATIVE</a:t>
                      </a:r>
                      <a:endParaRPr sz="1100" u="none" cap="none" strike="noStrike"/>
                    </a:p>
                  </a:txBody>
                  <a:tcPr marT="190500" marB="190500" marR="190500" marL="190500" anchor="ctr">
                    <a:lnL cap="flat" cmpd="sng" w="38100">
                      <a:solidFill>
                        <a:srgbClr val="7CA4EF"/>
                      </a:solidFill>
                      <a:prstDash val="solid"/>
                      <a:round/>
                      <a:headEnd len="sm" w="sm" type="none"/>
                      <a:tailEnd len="sm" w="sm" type="none"/>
                    </a:lnL>
                    <a:lnR cap="flat" cmpd="sng" w="38100">
                      <a:solidFill>
                        <a:srgbClr val="7CA4EF"/>
                      </a:solidFill>
                      <a:prstDash val="solid"/>
                      <a:round/>
                      <a:headEnd len="sm" w="sm" type="none"/>
                      <a:tailEnd len="sm" w="sm" type="none"/>
                    </a:lnR>
                    <a:lnT cap="flat" cmpd="sng" w="38100">
                      <a:solidFill>
                        <a:srgbClr val="7CA4EF"/>
                      </a:solidFill>
                      <a:prstDash val="solid"/>
                      <a:round/>
                      <a:headEnd len="sm" w="sm" type="none"/>
                      <a:tailEnd len="sm" w="sm" type="none"/>
                    </a:lnT>
                    <a:lnB cap="flat" cmpd="sng" w="38100">
                      <a:solidFill>
                        <a:srgbClr val="7CA4EF"/>
                      </a:solidFill>
                      <a:prstDash val="solid"/>
                      <a:round/>
                      <a:headEnd len="sm" w="sm" type="none"/>
                      <a:tailEnd len="sm" w="sm" type="none"/>
                    </a:lnB>
                    <a:solidFill>
                      <a:srgbClr val="C8D3F7"/>
                    </a:solidFill>
                  </a:tcPr>
                </a:tc>
                <a:tc>
                  <a:txBody>
                    <a:bodyPr/>
                    <a:lstStyle/>
                    <a:p>
                      <a:pPr indent="0" lvl="0" marL="0" marR="0" rtl="0" algn="ctr">
                        <a:lnSpc>
                          <a:spcPct val="140000"/>
                        </a:lnSpc>
                        <a:spcBef>
                          <a:spcPts val="0"/>
                        </a:spcBef>
                        <a:spcAft>
                          <a:spcPts val="0"/>
                        </a:spcAft>
                        <a:buNone/>
                      </a:pPr>
                      <a:r>
                        <a:rPr b="1" lang="en-US" sz="2900" u="none" cap="none" strike="noStrike">
                          <a:solidFill>
                            <a:srgbClr val="000000"/>
                          </a:solidFill>
                          <a:latin typeface="Arial"/>
                          <a:ea typeface="Arial"/>
                          <a:cs typeface="Arial"/>
                          <a:sym typeface="Arial"/>
                        </a:rPr>
                        <a:t>EXAMPLE</a:t>
                      </a:r>
                      <a:endParaRPr sz="1100" u="none" cap="none" strike="noStrike"/>
                    </a:p>
                  </a:txBody>
                  <a:tcPr marT="190500" marB="190500" marR="190500" marL="190500" anchor="ctr">
                    <a:lnL cap="flat" cmpd="sng" w="38100">
                      <a:solidFill>
                        <a:srgbClr val="7CA4EF"/>
                      </a:solidFill>
                      <a:prstDash val="solid"/>
                      <a:round/>
                      <a:headEnd len="sm" w="sm" type="none"/>
                      <a:tailEnd len="sm" w="sm" type="none"/>
                    </a:lnL>
                    <a:lnR cap="flat" cmpd="sng" w="38100">
                      <a:solidFill>
                        <a:srgbClr val="7CA4EF"/>
                      </a:solidFill>
                      <a:prstDash val="solid"/>
                      <a:round/>
                      <a:headEnd len="sm" w="sm" type="none"/>
                      <a:tailEnd len="sm" w="sm" type="none"/>
                    </a:lnR>
                    <a:lnT cap="flat" cmpd="sng" w="38100">
                      <a:solidFill>
                        <a:srgbClr val="7CA4EF"/>
                      </a:solidFill>
                      <a:prstDash val="solid"/>
                      <a:round/>
                      <a:headEnd len="sm" w="sm" type="none"/>
                      <a:tailEnd len="sm" w="sm" type="none"/>
                    </a:lnT>
                    <a:lnB cap="flat" cmpd="sng" w="38100">
                      <a:solidFill>
                        <a:srgbClr val="7CA4EF"/>
                      </a:solidFill>
                      <a:prstDash val="solid"/>
                      <a:round/>
                      <a:headEnd len="sm" w="sm" type="none"/>
                      <a:tailEnd len="sm" w="sm" type="none"/>
                    </a:lnB>
                    <a:solidFill>
                      <a:srgbClr val="C8D3F7"/>
                    </a:solidFill>
                  </a:tcPr>
                </a:tc>
                <a:tc>
                  <a:txBody>
                    <a:bodyPr/>
                    <a:lstStyle/>
                    <a:p>
                      <a:pPr indent="0" lvl="0" marL="0" marR="0" rtl="0" algn="ctr">
                        <a:lnSpc>
                          <a:spcPct val="140000"/>
                        </a:lnSpc>
                        <a:spcBef>
                          <a:spcPts val="0"/>
                        </a:spcBef>
                        <a:spcAft>
                          <a:spcPts val="0"/>
                        </a:spcAft>
                        <a:buNone/>
                      </a:pPr>
                      <a:r>
                        <a:rPr b="1" lang="en-US" sz="2900" u="none" cap="none" strike="noStrike">
                          <a:solidFill>
                            <a:srgbClr val="000000"/>
                          </a:solidFill>
                          <a:latin typeface="Arial"/>
                          <a:ea typeface="Arial"/>
                          <a:cs typeface="Arial"/>
                          <a:sym typeface="Arial"/>
                        </a:rPr>
                        <a:t>MEANING</a:t>
                      </a:r>
                      <a:endParaRPr sz="1100" u="none" cap="none" strike="noStrike"/>
                    </a:p>
                  </a:txBody>
                  <a:tcPr marT="190500" marB="190500" marR="190500" marL="190500" anchor="ctr">
                    <a:lnL cap="flat" cmpd="sng" w="38100">
                      <a:solidFill>
                        <a:srgbClr val="7CA4EF"/>
                      </a:solidFill>
                      <a:prstDash val="solid"/>
                      <a:round/>
                      <a:headEnd len="sm" w="sm" type="none"/>
                      <a:tailEnd len="sm" w="sm" type="none"/>
                    </a:lnL>
                    <a:lnR cap="flat" cmpd="sng" w="38100">
                      <a:solidFill>
                        <a:srgbClr val="7CA4EF"/>
                      </a:solidFill>
                      <a:prstDash val="solid"/>
                      <a:round/>
                      <a:headEnd len="sm" w="sm" type="none"/>
                      <a:tailEnd len="sm" w="sm" type="none"/>
                    </a:lnR>
                    <a:lnT cap="flat" cmpd="sng" w="38100">
                      <a:solidFill>
                        <a:srgbClr val="7CA4EF"/>
                      </a:solidFill>
                      <a:prstDash val="solid"/>
                      <a:round/>
                      <a:headEnd len="sm" w="sm" type="none"/>
                      <a:tailEnd len="sm" w="sm" type="none"/>
                    </a:lnT>
                    <a:lnB cap="flat" cmpd="sng" w="38100">
                      <a:solidFill>
                        <a:srgbClr val="7CA4EF"/>
                      </a:solidFill>
                      <a:prstDash val="solid"/>
                      <a:round/>
                      <a:headEnd len="sm" w="sm" type="none"/>
                      <a:tailEnd len="sm" w="sm" type="none"/>
                    </a:lnB>
                    <a:solidFill>
                      <a:srgbClr val="C8D3F7"/>
                    </a:solidFill>
                  </a:tcPr>
                </a:tc>
              </a:tr>
              <a:tr h="999750">
                <a:tc>
                  <a:txBody>
                    <a:bodyPr/>
                    <a:lstStyle/>
                    <a:p>
                      <a:pPr indent="0" lvl="0" marL="0" marR="0" rtl="0" algn="ctr">
                        <a:lnSpc>
                          <a:spcPct val="140000"/>
                        </a:lnSpc>
                        <a:spcBef>
                          <a:spcPts val="0"/>
                        </a:spcBef>
                        <a:spcAft>
                          <a:spcPts val="0"/>
                        </a:spcAft>
                        <a:buNone/>
                      </a:pPr>
                      <a:r>
                        <a:rPr lang="en-US" sz="2600" u="none" cap="none" strike="noStrike">
                          <a:solidFill>
                            <a:srgbClr val="000000"/>
                          </a:solidFill>
                          <a:latin typeface="Arial"/>
                          <a:ea typeface="Arial"/>
                          <a:cs typeface="Arial"/>
                          <a:sym typeface="Arial"/>
                        </a:rPr>
                        <a:t>more</a:t>
                      </a:r>
                      <a:endParaRPr sz="1100" u="none" cap="none" strike="noStrike"/>
                    </a:p>
                  </a:txBody>
                  <a:tcPr marT="190500" marB="190500" marR="190500" marL="190500" anchor="ctr">
                    <a:lnL cap="flat" cmpd="sng" w="38100">
                      <a:solidFill>
                        <a:srgbClr val="7CA4EF"/>
                      </a:solidFill>
                      <a:prstDash val="solid"/>
                      <a:round/>
                      <a:headEnd len="sm" w="sm" type="none"/>
                      <a:tailEnd len="sm" w="sm" type="none"/>
                    </a:lnL>
                    <a:lnR cap="flat" cmpd="sng" w="38100">
                      <a:solidFill>
                        <a:srgbClr val="7CA4EF"/>
                      </a:solidFill>
                      <a:prstDash val="solid"/>
                      <a:round/>
                      <a:headEnd len="sm" w="sm" type="none"/>
                      <a:tailEnd len="sm" w="sm" type="none"/>
                    </a:lnR>
                    <a:lnT cap="flat" cmpd="sng" w="38100">
                      <a:solidFill>
                        <a:srgbClr val="7CA4EF"/>
                      </a:solidFill>
                      <a:prstDash val="solid"/>
                      <a:round/>
                      <a:headEnd len="sm" w="sm" type="none"/>
                      <a:tailEnd len="sm" w="sm" type="none"/>
                    </a:lnT>
                    <a:lnB cap="flat" cmpd="sng" w="38100">
                      <a:solidFill>
                        <a:srgbClr val="7CA4EF"/>
                      </a:solidFill>
                      <a:prstDash val="solid"/>
                      <a:round/>
                      <a:headEnd len="sm" w="sm" type="none"/>
                      <a:tailEnd len="sm" w="sm" type="none"/>
                    </a:lnB>
                  </a:tcPr>
                </a:tc>
                <a:tc>
                  <a:txBody>
                    <a:bodyPr/>
                    <a:lstStyle/>
                    <a:p>
                      <a:pPr indent="0" lvl="0" marL="0" marR="0" rtl="0" algn="ctr">
                        <a:lnSpc>
                          <a:spcPct val="140000"/>
                        </a:lnSpc>
                        <a:spcBef>
                          <a:spcPts val="0"/>
                        </a:spcBef>
                        <a:spcAft>
                          <a:spcPts val="0"/>
                        </a:spcAft>
                        <a:buNone/>
                      </a:pPr>
                      <a:r>
                        <a:rPr lang="en-US" sz="2600" u="none" cap="none" strike="noStrike">
                          <a:solidFill>
                            <a:srgbClr val="000000"/>
                          </a:solidFill>
                          <a:latin typeface="Arial"/>
                          <a:ea typeface="Arial"/>
                          <a:cs typeface="Arial"/>
                          <a:sym typeface="Arial"/>
                        </a:rPr>
                        <a:t>No one is more beautiful than she is</a:t>
                      </a:r>
                      <a:endParaRPr sz="1100" u="none" cap="none" strike="noStrike"/>
                    </a:p>
                  </a:txBody>
                  <a:tcPr marT="190500" marB="190500" marR="190500" marL="190500" anchor="ctr">
                    <a:lnL cap="flat" cmpd="sng" w="38100">
                      <a:solidFill>
                        <a:srgbClr val="7CA4EF"/>
                      </a:solidFill>
                      <a:prstDash val="solid"/>
                      <a:round/>
                      <a:headEnd len="sm" w="sm" type="none"/>
                      <a:tailEnd len="sm" w="sm" type="none"/>
                    </a:lnL>
                    <a:lnR cap="flat" cmpd="sng" w="38100">
                      <a:solidFill>
                        <a:srgbClr val="7CA4EF"/>
                      </a:solidFill>
                      <a:prstDash val="solid"/>
                      <a:round/>
                      <a:headEnd len="sm" w="sm" type="none"/>
                      <a:tailEnd len="sm" w="sm" type="none"/>
                    </a:lnR>
                    <a:lnT cap="flat" cmpd="sng" w="38100">
                      <a:solidFill>
                        <a:srgbClr val="7CA4EF"/>
                      </a:solidFill>
                      <a:prstDash val="solid"/>
                      <a:round/>
                      <a:headEnd len="sm" w="sm" type="none"/>
                      <a:tailEnd len="sm" w="sm" type="none"/>
                    </a:lnT>
                    <a:lnB cap="flat" cmpd="sng" w="38100">
                      <a:solidFill>
                        <a:srgbClr val="7CA4EF"/>
                      </a:solidFill>
                      <a:prstDash val="solid"/>
                      <a:round/>
                      <a:headEnd len="sm" w="sm" type="none"/>
                      <a:tailEnd len="sm" w="sm" type="none"/>
                    </a:lnB>
                  </a:tcPr>
                </a:tc>
                <a:tc>
                  <a:txBody>
                    <a:bodyPr/>
                    <a:lstStyle/>
                    <a:p>
                      <a:pPr indent="0" lvl="0" marL="0" marR="0" rtl="0" algn="ctr">
                        <a:lnSpc>
                          <a:spcPct val="140000"/>
                        </a:lnSpc>
                        <a:spcBef>
                          <a:spcPts val="0"/>
                        </a:spcBef>
                        <a:spcAft>
                          <a:spcPts val="0"/>
                        </a:spcAft>
                        <a:buNone/>
                      </a:pPr>
                      <a:r>
                        <a:rPr lang="en-US" sz="2600" u="none" cap="none" strike="noStrike">
                          <a:solidFill>
                            <a:srgbClr val="000000"/>
                          </a:solidFill>
                          <a:latin typeface="Arial"/>
                          <a:ea typeface="Arial"/>
                          <a:cs typeface="Arial"/>
                          <a:sym typeface="Arial"/>
                        </a:rPr>
                        <a:t>she is the most beautiful</a:t>
                      </a:r>
                      <a:endParaRPr sz="1100" u="none" cap="none" strike="noStrike"/>
                    </a:p>
                  </a:txBody>
                  <a:tcPr marT="190500" marB="190500" marR="190500" marL="190500" anchor="ctr">
                    <a:lnL cap="flat" cmpd="sng" w="38100">
                      <a:solidFill>
                        <a:srgbClr val="7CA4EF"/>
                      </a:solidFill>
                      <a:prstDash val="solid"/>
                      <a:round/>
                      <a:headEnd len="sm" w="sm" type="none"/>
                      <a:tailEnd len="sm" w="sm" type="none"/>
                    </a:lnL>
                    <a:lnR cap="flat" cmpd="sng" w="38100">
                      <a:solidFill>
                        <a:srgbClr val="7CA4EF"/>
                      </a:solidFill>
                      <a:prstDash val="solid"/>
                      <a:round/>
                      <a:headEnd len="sm" w="sm" type="none"/>
                      <a:tailEnd len="sm" w="sm" type="none"/>
                    </a:lnR>
                    <a:lnT cap="flat" cmpd="sng" w="38100">
                      <a:solidFill>
                        <a:srgbClr val="7CA4EF"/>
                      </a:solidFill>
                      <a:prstDash val="solid"/>
                      <a:round/>
                      <a:headEnd len="sm" w="sm" type="none"/>
                      <a:tailEnd len="sm" w="sm" type="none"/>
                    </a:lnT>
                    <a:lnB cap="flat" cmpd="sng" w="38100">
                      <a:solidFill>
                        <a:srgbClr val="7CA4EF"/>
                      </a:solidFill>
                      <a:prstDash val="solid"/>
                      <a:round/>
                      <a:headEnd len="sm" w="sm" type="none"/>
                      <a:tailEnd len="sm" w="sm" type="none"/>
                    </a:lnB>
                  </a:tcPr>
                </a:tc>
              </a:tr>
              <a:tr h="999750">
                <a:tc>
                  <a:txBody>
                    <a:bodyPr/>
                    <a:lstStyle/>
                    <a:p>
                      <a:pPr indent="0" lvl="0" marL="0" marR="0" rtl="0" algn="ctr">
                        <a:lnSpc>
                          <a:spcPct val="140000"/>
                        </a:lnSpc>
                        <a:spcBef>
                          <a:spcPts val="0"/>
                        </a:spcBef>
                        <a:spcAft>
                          <a:spcPts val="0"/>
                        </a:spcAft>
                        <a:buNone/>
                      </a:pPr>
                      <a:r>
                        <a:rPr lang="en-US" sz="2600" u="none" cap="none" strike="noStrike">
                          <a:solidFill>
                            <a:srgbClr val="000000"/>
                          </a:solidFill>
                          <a:latin typeface="Arial"/>
                          <a:ea typeface="Arial"/>
                          <a:cs typeface="Arial"/>
                          <a:sym typeface="Arial"/>
                        </a:rPr>
                        <a:t>-er</a:t>
                      </a:r>
                      <a:endParaRPr sz="1100" u="none" cap="none" strike="noStrike"/>
                    </a:p>
                  </a:txBody>
                  <a:tcPr marT="190500" marB="190500" marR="190500" marL="190500" anchor="ctr">
                    <a:lnL cap="flat" cmpd="sng" w="38100">
                      <a:solidFill>
                        <a:srgbClr val="7CA4EF"/>
                      </a:solidFill>
                      <a:prstDash val="solid"/>
                      <a:round/>
                      <a:headEnd len="sm" w="sm" type="none"/>
                      <a:tailEnd len="sm" w="sm" type="none"/>
                    </a:lnL>
                    <a:lnR cap="flat" cmpd="sng" w="38100">
                      <a:solidFill>
                        <a:srgbClr val="7CA4EF"/>
                      </a:solidFill>
                      <a:prstDash val="solid"/>
                      <a:round/>
                      <a:headEnd len="sm" w="sm" type="none"/>
                      <a:tailEnd len="sm" w="sm" type="none"/>
                    </a:lnR>
                    <a:lnT cap="flat" cmpd="sng" w="38100">
                      <a:solidFill>
                        <a:srgbClr val="7CA4EF"/>
                      </a:solidFill>
                      <a:prstDash val="solid"/>
                      <a:round/>
                      <a:headEnd len="sm" w="sm" type="none"/>
                      <a:tailEnd len="sm" w="sm" type="none"/>
                    </a:lnT>
                    <a:lnB cap="flat" cmpd="sng" w="38100">
                      <a:solidFill>
                        <a:srgbClr val="7CA4EF"/>
                      </a:solidFill>
                      <a:prstDash val="solid"/>
                      <a:round/>
                      <a:headEnd len="sm" w="sm" type="none"/>
                      <a:tailEnd len="sm" w="sm" type="none"/>
                    </a:lnB>
                  </a:tcPr>
                </a:tc>
                <a:tc>
                  <a:txBody>
                    <a:bodyPr/>
                    <a:lstStyle/>
                    <a:p>
                      <a:pPr indent="0" lvl="0" marL="0" marR="0" rtl="0" algn="ctr">
                        <a:lnSpc>
                          <a:spcPct val="140000"/>
                        </a:lnSpc>
                        <a:spcBef>
                          <a:spcPts val="0"/>
                        </a:spcBef>
                        <a:spcAft>
                          <a:spcPts val="0"/>
                        </a:spcAft>
                        <a:buNone/>
                      </a:pPr>
                      <a:r>
                        <a:rPr lang="en-US" sz="2600" u="none" cap="none" strike="noStrike">
                          <a:solidFill>
                            <a:srgbClr val="000000"/>
                          </a:solidFill>
                          <a:latin typeface="Arial"/>
                          <a:ea typeface="Arial"/>
                          <a:cs typeface="Arial"/>
                          <a:sym typeface="Arial"/>
                        </a:rPr>
                        <a:t>he couldn’t be happier</a:t>
                      </a:r>
                      <a:endParaRPr sz="1100" u="none" cap="none" strike="noStrike"/>
                    </a:p>
                  </a:txBody>
                  <a:tcPr marT="190500" marB="190500" marR="190500" marL="190500" anchor="ctr">
                    <a:lnL cap="flat" cmpd="sng" w="38100">
                      <a:solidFill>
                        <a:srgbClr val="7CA4EF"/>
                      </a:solidFill>
                      <a:prstDash val="solid"/>
                      <a:round/>
                      <a:headEnd len="sm" w="sm" type="none"/>
                      <a:tailEnd len="sm" w="sm" type="none"/>
                    </a:lnL>
                    <a:lnR cap="flat" cmpd="sng" w="38100">
                      <a:solidFill>
                        <a:srgbClr val="7CA4EF"/>
                      </a:solidFill>
                      <a:prstDash val="solid"/>
                      <a:round/>
                      <a:headEnd len="sm" w="sm" type="none"/>
                      <a:tailEnd len="sm" w="sm" type="none"/>
                    </a:lnR>
                    <a:lnT cap="flat" cmpd="sng" w="38100">
                      <a:solidFill>
                        <a:srgbClr val="7CA4EF"/>
                      </a:solidFill>
                      <a:prstDash val="solid"/>
                      <a:round/>
                      <a:headEnd len="sm" w="sm" type="none"/>
                      <a:tailEnd len="sm" w="sm" type="none"/>
                    </a:lnT>
                    <a:lnB cap="flat" cmpd="sng" w="38100">
                      <a:solidFill>
                        <a:srgbClr val="7CA4EF"/>
                      </a:solidFill>
                      <a:prstDash val="solid"/>
                      <a:round/>
                      <a:headEnd len="sm" w="sm" type="none"/>
                      <a:tailEnd len="sm" w="sm" type="none"/>
                    </a:lnB>
                  </a:tcPr>
                </a:tc>
                <a:tc>
                  <a:txBody>
                    <a:bodyPr/>
                    <a:lstStyle/>
                    <a:p>
                      <a:pPr indent="0" lvl="0" marL="0" marR="0" rtl="0" algn="ctr">
                        <a:lnSpc>
                          <a:spcPct val="140000"/>
                        </a:lnSpc>
                        <a:spcBef>
                          <a:spcPts val="0"/>
                        </a:spcBef>
                        <a:spcAft>
                          <a:spcPts val="0"/>
                        </a:spcAft>
                        <a:buNone/>
                      </a:pPr>
                      <a:r>
                        <a:rPr lang="en-US" sz="2600" u="none" cap="none" strike="noStrike">
                          <a:solidFill>
                            <a:srgbClr val="000000"/>
                          </a:solidFill>
                          <a:latin typeface="Arial"/>
                          <a:ea typeface="Arial"/>
                          <a:cs typeface="Arial"/>
                          <a:sym typeface="Arial"/>
                        </a:rPr>
                        <a:t>he is extremely happy</a:t>
                      </a:r>
                      <a:endParaRPr sz="1100" u="none" cap="none" strike="noStrike"/>
                    </a:p>
                  </a:txBody>
                  <a:tcPr marT="190500" marB="190500" marR="190500" marL="190500" anchor="ctr">
                    <a:lnL cap="flat" cmpd="sng" w="38100">
                      <a:solidFill>
                        <a:srgbClr val="7CA4EF"/>
                      </a:solidFill>
                      <a:prstDash val="solid"/>
                      <a:round/>
                      <a:headEnd len="sm" w="sm" type="none"/>
                      <a:tailEnd len="sm" w="sm" type="none"/>
                    </a:lnL>
                    <a:lnR cap="flat" cmpd="sng" w="38100">
                      <a:solidFill>
                        <a:srgbClr val="7CA4EF"/>
                      </a:solidFill>
                      <a:prstDash val="solid"/>
                      <a:round/>
                      <a:headEnd len="sm" w="sm" type="none"/>
                      <a:tailEnd len="sm" w="sm" type="none"/>
                    </a:lnR>
                    <a:lnT cap="flat" cmpd="sng" w="38100">
                      <a:solidFill>
                        <a:srgbClr val="7CA4EF"/>
                      </a:solidFill>
                      <a:prstDash val="solid"/>
                      <a:round/>
                      <a:headEnd len="sm" w="sm" type="none"/>
                      <a:tailEnd len="sm" w="sm" type="none"/>
                    </a:lnT>
                    <a:lnB cap="flat" cmpd="sng" w="38100">
                      <a:solidFill>
                        <a:srgbClr val="7CA4EF"/>
                      </a:solidFill>
                      <a:prstDash val="solid"/>
                      <a:round/>
                      <a:headEnd len="sm" w="sm" type="none"/>
                      <a:tailEnd len="sm" w="sm" type="none"/>
                    </a:lnB>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20"/>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202" r="-2201" t="0"/>
            </a:stretch>
          </a:blipFill>
          <a:ln>
            <a:noFill/>
          </a:ln>
        </p:spPr>
      </p:sp>
      <p:sp>
        <p:nvSpPr>
          <p:cNvPr id="312" name="Google Shape;312;p20"/>
          <p:cNvSpPr txBox="1"/>
          <p:nvPr/>
        </p:nvSpPr>
        <p:spPr>
          <a:xfrm>
            <a:off x="756255" y="1857072"/>
            <a:ext cx="16775400" cy="3073500"/>
          </a:xfrm>
          <a:prstGeom prst="rect">
            <a:avLst/>
          </a:prstGeom>
          <a:noFill/>
          <a:ln>
            <a:noFill/>
          </a:ln>
        </p:spPr>
        <p:txBody>
          <a:bodyPr anchorCtr="0" anchor="t" bIns="0" lIns="0" spcFirstLastPara="1" rIns="0" wrap="square" tIns="0">
            <a:spAutoFit/>
          </a:bodyPr>
          <a:lstStyle/>
          <a:p>
            <a:pPr indent="0" lvl="0" marL="0" marR="0" rtl="0" algn="just">
              <a:lnSpc>
                <a:spcPct val="131000"/>
              </a:lnSpc>
              <a:spcBef>
                <a:spcPts val="0"/>
              </a:spcBef>
              <a:spcAft>
                <a:spcPts val="0"/>
              </a:spcAft>
              <a:buNone/>
            </a:pPr>
            <a:r>
              <a:rPr b="0" i="0" lang="en-US" sz="3200" u="none" cap="none" strike="noStrike">
                <a:solidFill>
                  <a:srgbClr val="000000"/>
                </a:solidFill>
                <a:latin typeface="Arial"/>
                <a:ea typeface="Arial"/>
                <a:cs typeface="Arial"/>
                <a:sym typeface="Arial"/>
              </a:rPr>
              <a:t>In this exercise, underline the negative and the comparative in the second line of each short dialogue. Then read the question and choose the best answer to that question. Remember that the best answer is one that expresses a superlative, or very strong, idea.  </a:t>
            </a:r>
            <a:endParaRPr sz="3200"/>
          </a:p>
          <a:p>
            <a:pPr indent="0" lvl="0" marL="0" marR="0" rtl="0" algn="just">
              <a:lnSpc>
                <a:spcPct val="131000"/>
              </a:lnSpc>
              <a:spcBef>
                <a:spcPts val="0"/>
              </a:spcBef>
              <a:spcAft>
                <a:spcPts val="0"/>
              </a:spcAft>
              <a:buNone/>
            </a:pPr>
            <a:r>
              <a:t/>
            </a:r>
            <a:endParaRPr b="0" i="0" sz="3200" u="none" cap="none" strike="noStrike">
              <a:solidFill>
                <a:srgbClr val="000000"/>
              </a:solidFill>
              <a:latin typeface="Arial"/>
              <a:ea typeface="Arial"/>
              <a:cs typeface="Arial"/>
              <a:sym typeface="Arial"/>
            </a:endParaRPr>
          </a:p>
          <a:p>
            <a:pPr indent="0" lvl="0" marL="0" marR="0" rtl="0" algn="just">
              <a:lnSpc>
                <a:spcPct val="131000"/>
              </a:lnSpc>
              <a:spcBef>
                <a:spcPts val="0"/>
              </a:spcBef>
              <a:spcAft>
                <a:spcPts val="0"/>
              </a:spcAft>
              <a:buNone/>
            </a:pPr>
            <a:r>
              <a:rPr b="0" i="0" lang="en-US" sz="3200" u="none" cap="none" strike="noStrike">
                <a:solidFill>
                  <a:srgbClr val="000000"/>
                </a:solidFill>
                <a:latin typeface="Arial"/>
                <a:ea typeface="Arial"/>
                <a:cs typeface="Arial"/>
                <a:sym typeface="Arial"/>
              </a:rPr>
              <a:t>1.</a:t>
            </a:r>
            <a:endParaRPr sz="3200"/>
          </a:p>
        </p:txBody>
      </p:sp>
      <p:grpSp>
        <p:nvGrpSpPr>
          <p:cNvPr id="313" name="Google Shape;313;p20"/>
          <p:cNvGrpSpPr/>
          <p:nvPr/>
        </p:nvGrpSpPr>
        <p:grpSpPr>
          <a:xfrm>
            <a:off x="1812826" y="127971"/>
            <a:ext cx="14662349" cy="1184983"/>
            <a:chOff x="0" y="-28575"/>
            <a:chExt cx="3457621" cy="279438"/>
          </a:xfrm>
        </p:grpSpPr>
        <p:sp>
          <p:nvSpPr>
            <p:cNvPr id="314" name="Google Shape;314;p20"/>
            <p:cNvSpPr/>
            <p:nvPr/>
          </p:nvSpPr>
          <p:spPr>
            <a:xfrm>
              <a:off x="0" y="0"/>
              <a:ext cx="3457621" cy="250863"/>
            </a:xfrm>
            <a:custGeom>
              <a:rect b="b" l="l" r="r" t="t"/>
              <a:pathLst>
                <a:path extrusionOk="0" h="250863" w="3457621">
                  <a:moveTo>
                    <a:pt x="0" y="0"/>
                  </a:moveTo>
                  <a:lnTo>
                    <a:pt x="3457621" y="0"/>
                  </a:lnTo>
                  <a:lnTo>
                    <a:pt x="3457621" y="250863"/>
                  </a:lnTo>
                  <a:lnTo>
                    <a:pt x="0" y="250863"/>
                  </a:lnTo>
                  <a:close/>
                </a:path>
              </a:pathLst>
            </a:custGeom>
            <a:gradFill>
              <a:gsLst>
                <a:gs pos="0">
                  <a:srgbClr val="0C2756"/>
                </a:gs>
                <a:gs pos="50000">
                  <a:srgbClr val="1D629A"/>
                </a:gs>
                <a:gs pos="100000">
                  <a:srgbClr val="0C2756"/>
                </a:gs>
              </a:gsLst>
              <a:lin ang="0" scaled="0"/>
            </a:gradFill>
            <a:ln>
              <a:noFill/>
            </a:ln>
          </p:spPr>
        </p:sp>
        <p:sp>
          <p:nvSpPr>
            <p:cNvPr id="315" name="Google Shape;315;p20"/>
            <p:cNvSpPr txBox="1"/>
            <p:nvPr/>
          </p:nvSpPr>
          <p:spPr>
            <a:xfrm>
              <a:off x="0" y="-28575"/>
              <a:ext cx="3457621" cy="279438"/>
            </a:xfrm>
            <a:prstGeom prst="rect">
              <a:avLst/>
            </a:prstGeom>
            <a:noFill/>
            <a:ln>
              <a:noFill/>
            </a:ln>
          </p:spPr>
          <p:txBody>
            <a:bodyPr anchorCtr="0" anchor="ctr" bIns="56725" lIns="56725" spcFirstLastPara="1" rIns="56725" wrap="square" tIns="56725">
              <a:noAutofit/>
            </a:bodyPr>
            <a:lstStyle/>
            <a:p>
              <a:pPr indent="0" lvl="0" marL="0" marR="0" rtl="0" algn="ctr">
                <a:lnSpc>
                  <a:spcPct val="1181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16" name="Google Shape;316;p20"/>
          <p:cNvSpPr txBox="1"/>
          <p:nvPr/>
        </p:nvSpPr>
        <p:spPr>
          <a:xfrm>
            <a:off x="2788261" y="490827"/>
            <a:ext cx="12711479" cy="542347"/>
          </a:xfrm>
          <a:prstGeom prst="rect">
            <a:avLst/>
          </a:prstGeom>
          <a:noFill/>
          <a:ln>
            <a:noFill/>
          </a:ln>
        </p:spPr>
        <p:txBody>
          <a:bodyPr anchorCtr="0" anchor="t" bIns="0" lIns="0" spcFirstLastPara="1" rIns="0" wrap="square" tIns="0">
            <a:spAutoFit/>
          </a:bodyPr>
          <a:lstStyle/>
          <a:p>
            <a:pPr indent="0" lvl="0" marL="0" marR="0" rtl="0" algn="ctr">
              <a:lnSpc>
                <a:spcPct val="104000"/>
              </a:lnSpc>
              <a:spcBef>
                <a:spcPts val="0"/>
              </a:spcBef>
              <a:spcAft>
                <a:spcPts val="0"/>
              </a:spcAft>
              <a:buNone/>
            </a:pPr>
            <a:r>
              <a:rPr b="1" i="0" lang="en-US" sz="3350" u="none" cap="none" strike="noStrike">
                <a:solidFill>
                  <a:srgbClr val="FFFFFF"/>
                </a:solidFill>
                <a:latin typeface="Arial"/>
                <a:ea typeface="Arial"/>
                <a:cs typeface="Arial"/>
                <a:sym typeface="Arial"/>
              </a:rPr>
              <a:t>EXERCISE 10</a:t>
            </a:r>
            <a:endParaRPr/>
          </a:p>
        </p:txBody>
      </p:sp>
      <p:sp>
        <p:nvSpPr>
          <p:cNvPr id="317" name="Google Shape;317;p20"/>
          <p:cNvSpPr txBox="1"/>
          <p:nvPr/>
        </p:nvSpPr>
        <p:spPr>
          <a:xfrm>
            <a:off x="1199580" y="4416425"/>
            <a:ext cx="16775400" cy="4610400"/>
          </a:xfrm>
          <a:prstGeom prst="rect">
            <a:avLst/>
          </a:prstGeom>
          <a:noFill/>
          <a:ln>
            <a:noFill/>
          </a:ln>
        </p:spPr>
        <p:txBody>
          <a:bodyPr anchorCtr="0" anchor="t" bIns="0" lIns="0" spcFirstLastPara="1" rIns="0" wrap="square" tIns="0">
            <a:spAutoFit/>
          </a:bodyPr>
          <a:lstStyle/>
          <a:p>
            <a:pPr indent="0" lvl="0" marL="0" marR="0" rtl="0" algn="just">
              <a:lnSpc>
                <a:spcPct val="131000"/>
              </a:lnSpc>
              <a:spcBef>
                <a:spcPts val="0"/>
              </a:spcBef>
              <a:spcAft>
                <a:spcPts val="0"/>
              </a:spcAft>
              <a:buNone/>
            </a:pPr>
            <a:r>
              <a:rPr b="0" i="0" lang="en-US" sz="3200" u="none" cap="none" strike="noStrike">
                <a:solidFill>
                  <a:srgbClr val="000000"/>
                </a:solidFill>
                <a:latin typeface="Arial"/>
                <a:ea typeface="Arial"/>
                <a:cs typeface="Arial"/>
                <a:sym typeface="Arial"/>
              </a:rPr>
              <a:t>(Woman) Have you gotten over your cold yet? </a:t>
            </a:r>
            <a:endParaRPr sz="3200"/>
          </a:p>
          <a:p>
            <a:pPr indent="0" lvl="0" marL="0" marR="0" rtl="0" algn="just">
              <a:lnSpc>
                <a:spcPct val="131000"/>
              </a:lnSpc>
              <a:spcBef>
                <a:spcPts val="0"/>
              </a:spcBef>
              <a:spcAft>
                <a:spcPts val="0"/>
              </a:spcAft>
              <a:buNone/>
            </a:pPr>
            <a:r>
              <a:rPr b="0" i="0" lang="en-US" sz="3200" u="none" cap="none" strike="noStrike">
                <a:solidFill>
                  <a:srgbClr val="000000"/>
                </a:solidFill>
                <a:latin typeface="Arial"/>
                <a:ea typeface="Arial"/>
                <a:cs typeface="Arial"/>
                <a:sym typeface="Arial"/>
              </a:rPr>
              <a:t>(Man) I couldn’t be feeling any better today. </a:t>
            </a:r>
            <a:endParaRPr sz="3200"/>
          </a:p>
          <a:p>
            <a:pPr indent="0" lvl="0" marL="0" marR="0" rtl="0" algn="just">
              <a:lnSpc>
                <a:spcPct val="131000"/>
              </a:lnSpc>
              <a:spcBef>
                <a:spcPts val="0"/>
              </a:spcBef>
              <a:spcAft>
                <a:spcPts val="0"/>
              </a:spcAft>
              <a:buNone/>
            </a:pPr>
            <a:r>
              <a:rPr b="0" i="0" lang="en-US" sz="3200" u="none" cap="none" strike="noStrike">
                <a:solidFill>
                  <a:srgbClr val="000000"/>
                </a:solidFill>
                <a:latin typeface="Arial"/>
                <a:ea typeface="Arial"/>
                <a:cs typeface="Arial"/>
                <a:sym typeface="Arial"/>
              </a:rPr>
              <a:t>(Narrator) What does the man mean? </a:t>
            </a:r>
            <a:endParaRPr sz="3200"/>
          </a:p>
          <a:p>
            <a:pPr indent="0" lvl="0" marL="0" marR="0" rtl="0" algn="just">
              <a:lnSpc>
                <a:spcPct val="50000"/>
              </a:lnSpc>
              <a:spcBef>
                <a:spcPts val="0"/>
              </a:spcBef>
              <a:spcAft>
                <a:spcPts val="0"/>
              </a:spcAft>
              <a:buNone/>
            </a:pPr>
            <a:r>
              <a:t/>
            </a:r>
            <a:endParaRPr b="0" i="0" sz="3200" u="none" cap="none" strike="noStrike">
              <a:solidFill>
                <a:srgbClr val="000000"/>
              </a:solidFill>
              <a:latin typeface="Arial"/>
              <a:ea typeface="Arial"/>
              <a:cs typeface="Arial"/>
              <a:sym typeface="Arial"/>
            </a:endParaRPr>
          </a:p>
          <a:p>
            <a:pPr indent="0" lvl="0" marL="0" marR="0" rtl="0" algn="just">
              <a:lnSpc>
                <a:spcPct val="131000"/>
              </a:lnSpc>
              <a:spcBef>
                <a:spcPts val="0"/>
              </a:spcBef>
              <a:spcAft>
                <a:spcPts val="0"/>
              </a:spcAft>
              <a:buNone/>
            </a:pPr>
            <a:r>
              <a:rPr b="0" i="0" lang="en-US" sz="3200" u="none" cap="none" strike="noStrike">
                <a:solidFill>
                  <a:srgbClr val="000000"/>
                </a:solidFill>
                <a:latin typeface="Arial"/>
                <a:ea typeface="Arial"/>
                <a:cs typeface="Arial"/>
                <a:sym typeface="Arial"/>
              </a:rPr>
              <a:t>(A) He’s feeling terrific. </a:t>
            </a:r>
            <a:endParaRPr sz="3200"/>
          </a:p>
          <a:p>
            <a:pPr indent="0" lvl="0" marL="0" marR="0" rtl="0" algn="just">
              <a:lnSpc>
                <a:spcPct val="131000"/>
              </a:lnSpc>
              <a:spcBef>
                <a:spcPts val="0"/>
              </a:spcBef>
              <a:spcAft>
                <a:spcPts val="0"/>
              </a:spcAft>
              <a:buNone/>
            </a:pPr>
            <a:r>
              <a:rPr b="0" i="0" lang="en-US" sz="3200" u="none" cap="none" strike="noStrike">
                <a:solidFill>
                  <a:srgbClr val="000000"/>
                </a:solidFill>
                <a:latin typeface="Arial"/>
                <a:ea typeface="Arial"/>
                <a:cs typeface="Arial"/>
                <a:sym typeface="Arial"/>
              </a:rPr>
              <a:t>(B) He felt a lot worse today. </a:t>
            </a:r>
            <a:endParaRPr sz="3200"/>
          </a:p>
          <a:p>
            <a:pPr indent="0" lvl="0" marL="0" marR="0" rtl="0" algn="just">
              <a:lnSpc>
                <a:spcPct val="131000"/>
              </a:lnSpc>
              <a:spcBef>
                <a:spcPts val="0"/>
              </a:spcBef>
              <a:spcAft>
                <a:spcPts val="0"/>
              </a:spcAft>
              <a:buNone/>
            </a:pPr>
            <a:r>
              <a:rPr b="0" i="0" lang="en-US" sz="3200" u="none" cap="none" strike="noStrike">
                <a:solidFill>
                  <a:srgbClr val="000000"/>
                </a:solidFill>
                <a:latin typeface="Arial"/>
                <a:ea typeface="Arial"/>
                <a:cs typeface="Arial"/>
                <a:sym typeface="Arial"/>
              </a:rPr>
              <a:t>(C) He’s not feeling too well today. </a:t>
            </a:r>
            <a:endParaRPr sz="3200"/>
          </a:p>
          <a:p>
            <a:pPr indent="0" lvl="0" marL="0" marR="0" rtl="0" algn="just">
              <a:lnSpc>
                <a:spcPct val="131000"/>
              </a:lnSpc>
              <a:spcBef>
                <a:spcPts val="0"/>
              </a:spcBef>
              <a:spcAft>
                <a:spcPts val="0"/>
              </a:spcAft>
              <a:buNone/>
            </a:pPr>
            <a:r>
              <a:rPr b="0" i="0" lang="en-US" sz="3200" u="none" cap="none" strike="noStrike">
                <a:solidFill>
                  <a:srgbClr val="000000"/>
                </a:solidFill>
                <a:latin typeface="Arial"/>
                <a:ea typeface="Arial"/>
                <a:cs typeface="Arial"/>
                <a:sym typeface="Arial"/>
              </a:rPr>
              <a:t>(D) He’s a bit better today</a:t>
            </a:r>
            <a:endParaRPr sz="32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21"/>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202" r="-2201" t="0"/>
            </a:stretch>
          </a:blipFill>
          <a:ln>
            <a:noFill/>
          </a:ln>
        </p:spPr>
      </p:sp>
      <p:grpSp>
        <p:nvGrpSpPr>
          <p:cNvPr id="323" name="Google Shape;323;p21"/>
          <p:cNvGrpSpPr/>
          <p:nvPr/>
        </p:nvGrpSpPr>
        <p:grpSpPr>
          <a:xfrm>
            <a:off x="616191" y="474663"/>
            <a:ext cx="17831909" cy="9392400"/>
            <a:chOff x="0" y="-726017"/>
            <a:chExt cx="23775880" cy="12523200"/>
          </a:xfrm>
        </p:grpSpPr>
        <p:sp>
          <p:nvSpPr>
            <p:cNvPr id="324" name="Google Shape;324;p21"/>
            <p:cNvSpPr txBox="1"/>
            <p:nvPr/>
          </p:nvSpPr>
          <p:spPr>
            <a:xfrm>
              <a:off x="571180" y="-726017"/>
              <a:ext cx="23204700" cy="12523200"/>
            </a:xfrm>
            <a:prstGeom prst="rect">
              <a:avLst/>
            </a:prstGeom>
            <a:noFill/>
            <a:ln>
              <a:noFill/>
            </a:ln>
          </p:spPr>
          <p:txBody>
            <a:bodyPr anchorCtr="0" anchor="t" bIns="0" lIns="0" spcFirstLastPara="1" rIns="0" wrap="square" tIns="0">
              <a:spAutoFit/>
            </a:bodyPr>
            <a:lstStyle/>
            <a:p>
              <a:pPr indent="0" lvl="0" marL="0" marR="0" rtl="0" algn="just">
                <a:lnSpc>
                  <a:spcPct val="131000"/>
                </a:lnSpc>
                <a:spcBef>
                  <a:spcPts val="0"/>
                </a:spcBef>
                <a:spcAft>
                  <a:spcPts val="0"/>
                </a:spcAft>
                <a:buNone/>
              </a:pPr>
              <a:r>
                <a:rPr b="0" i="0" lang="en-US" sz="3000" u="none" cap="none" strike="noStrike">
                  <a:solidFill>
                    <a:srgbClr val="000000"/>
                  </a:solidFill>
                  <a:latin typeface="Arial"/>
                  <a:ea typeface="Arial"/>
                  <a:cs typeface="Arial"/>
                  <a:sym typeface="Arial"/>
                </a:rPr>
                <a:t>(woman) What did you think of Mike when you first met him? </a:t>
              </a:r>
              <a:endParaRPr sz="3000"/>
            </a:p>
            <a:p>
              <a:pPr indent="0" lvl="0" marL="0" marR="0" rtl="0" algn="just">
                <a:lnSpc>
                  <a:spcPct val="131000"/>
                </a:lnSpc>
                <a:spcBef>
                  <a:spcPts val="0"/>
                </a:spcBef>
                <a:spcAft>
                  <a:spcPts val="0"/>
                </a:spcAft>
                <a:buNone/>
              </a:pPr>
              <a:r>
                <a:rPr b="0" i="0" lang="en-US" sz="3000" u="none" cap="none" strike="noStrike">
                  <a:solidFill>
                    <a:srgbClr val="000000"/>
                  </a:solidFill>
                  <a:latin typeface="Arial"/>
                  <a:ea typeface="Arial"/>
                  <a:cs typeface="Arial"/>
                  <a:sym typeface="Arial"/>
                </a:rPr>
                <a:t>(man) He couldn’t have been more unfriendly. </a:t>
              </a:r>
              <a:endParaRPr sz="3000"/>
            </a:p>
            <a:p>
              <a:pPr indent="0" lvl="0" marL="0" marR="0" rtl="0" algn="just">
                <a:lnSpc>
                  <a:spcPct val="131000"/>
                </a:lnSpc>
                <a:spcBef>
                  <a:spcPts val="0"/>
                </a:spcBef>
                <a:spcAft>
                  <a:spcPts val="0"/>
                </a:spcAft>
                <a:buNone/>
              </a:pPr>
              <a:r>
                <a:rPr b="0" i="0" lang="en-US" sz="3000" u="none" cap="none" strike="noStrike">
                  <a:solidFill>
                    <a:srgbClr val="000000"/>
                  </a:solidFill>
                  <a:latin typeface="Arial"/>
                  <a:ea typeface="Arial"/>
                  <a:cs typeface="Arial"/>
                  <a:sym typeface="Arial"/>
                </a:rPr>
                <a:t>(narrator) What does the man mean? </a:t>
              </a:r>
              <a:endParaRPr sz="3000"/>
            </a:p>
            <a:p>
              <a:pPr indent="0" lvl="0" marL="0" marR="0" rtl="0" algn="just">
                <a:lnSpc>
                  <a:spcPct val="50000"/>
                </a:lnSpc>
                <a:spcBef>
                  <a:spcPts val="0"/>
                </a:spcBef>
                <a:spcAft>
                  <a:spcPts val="0"/>
                </a:spcAft>
                <a:buNone/>
              </a:pPr>
              <a:r>
                <a:t/>
              </a:r>
              <a:endParaRPr b="0" i="0" sz="3000" u="none" cap="none" strike="noStrike">
                <a:solidFill>
                  <a:srgbClr val="000000"/>
                </a:solidFill>
                <a:latin typeface="Arial"/>
                <a:ea typeface="Arial"/>
                <a:cs typeface="Arial"/>
                <a:sym typeface="Arial"/>
              </a:endParaRPr>
            </a:p>
            <a:p>
              <a:pPr indent="0" lvl="0" marL="0" marR="0" rtl="0" algn="just">
                <a:lnSpc>
                  <a:spcPct val="131000"/>
                </a:lnSpc>
                <a:spcBef>
                  <a:spcPts val="0"/>
                </a:spcBef>
                <a:spcAft>
                  <a:spcPts val="0"/>
                </a:spcAft>
                <a:buNone/>
              </a:pPr>
              <a:r>
                <a:rPr b="0" i="0" lang="en-US" sz="3000" u="none" cap="none" strike="noStrike">
                  <a:solidFill>
                    <a:srgbClr val="000000"/>
                  </a:solidFill>
                  <a:latin typeface="Arial"/>
                  <a:ea typeface="Arial"/>
                  <a:cs typeface="Arial"/>
                  <a:sym typeface="Arial"/>
                </a:rPr>
                <a:t>(A) Mike was extremely friendly when he met him. </a:t>
              </a:r>
              <a:endParaRPr sz="3000"/>
            </a:p>
            <a:p>
              <a:pPr indent="0" lvl="0" marL="0" marR="0" rtl="0" algn="just">
                <a:lnSpc>
                  <a:spcPct val="131000"/>
                </a:lnSpc>
                <a:spcBef>
                  <a:spcPts val="0"/>
                </a:spcBef>
                <a:spcAft>
                  <a:spcPts val="0"/>
                </a:spcAft>
                <a:buNone/>
              </a:pPr>
              <a:r>
                <a:rPr b="0" i="0" lang="en-US" sz="3000" u="none" cap="none" strike="noStrike">
                  <a:solidFill>
                    <a:srgbClr val="000000"/>
                  </a:solidFill>
                  <a:latin typeface="Arial"/>
                  <a:ea typeface="Arial"/>
                  <a:cs typeface="Arial"/>
                  <a:sym typeface="Arial"/>
                </a:rPr>
                <a:t>(B) Mike could have met him sooner. </a:t>
              </a:r>
              <a:endParaRPr sz="3000"/>
            </a:p>
            <a:p>
              <a:pPr indent="0" lvl="0" marL="0" marR="0" rtl="0" algn="just">
                <a:lnSpc>
                  <a:spcPct val="131000"/>
                </a:lnSpc>
                <a:spcBef>
                  <a:spcPts val="0"/>
                </a:spcBef>
                <a:spcAft>
                  <a:spcPts val="0"/>
                </a:spcAft>
                <a:buNone/>
              </a:pPr>
              <a:r>
                <a:rPr b="0" i="0" lang="en-US" sz="3000" u="none" cap="none" strike="noStrike">
                  <a:solidFill>
                    <a:srgbClr val="000000"/>
                  </a:solidFill>
                  <a:latin typeface="Arial"/>
                  <a:ea typeface="Arial"/>
                  <a:cs typeface="Arial"/>
                  <a:sym typeface="Arial"/>
                </a:rPr>
                <a:t>(C) Mike didn’t seem to like him at all. </a:t>
              </a:r>
              <a:endParaRPr sz="3000"/>
            </a:p>
            <a:p>
              <a:pPr indent="0" lvl="0" marL="0" marR="0" rtl="0" algn="just">
                <a:lnSpc>
                  <a:spcPct val="131000"/>
                </a:lnSpc>
                <a:spcBef>
                  <a:spcPts val="0"/>
                </a:spcBef>
                <a:spcAft>
                  <a:spcPts val="0"/>
                </a:spcAft>
                <a:buNone/>
              </a:pPr>
              <a:r>
                <a:rPr b="0" i="0" lang="en-US" sz="3000" u="none" cap="none" strike="noStrike">
                  <a:solidFill>
                    <a:srgbClr val="000000"/>
                  </a:solidFill>
                  <a:latin typeface="Arial"/>
                  <a:ea typeface="Arial"/>
                  <a:cs typeface="Arial"/>
                  <a:sym typeface="Arial"/>
                </a:rPr>
                <a:t>(D) When he met Mike, he didn’t have a friend.</a:t>
              </a:r>
              <a:endParaRPr sz="3000"/>
            </a:p>
            <a:p>
              <a:pPr indent="0" lvl="0" marL="0" marR="0" rtl="0" algn="just">
                <a:lnSpc>
                  <a:spcPct val="131000"/>
                </a:lnSpc>
                <a:spcBef>
                  <a:spcPts val="0"/>
                </a:spcBef>
                <a:spcAft>
                  <a:spcPts val="0"/>
                </a:spcAft>
                <a:buNone/>
              </a:pPr>
              <a:r>
                <a:rPr b="0" i="0" lang="en-US" sz="3000" u="none" cap="none" strike="noStrike">
                  <a:solidFill>
                    <a:srgbClr val="000000"/>
                  </a:solidFill>
                  <a:latin typeface="Arial"/>
                  <a:ea typeface="Arial"/>
                  <a:cs typeface="Arial"/>
                  <a:sym typeface="Arial"/>
                </a:rPr>
                <a:t> </a:t>
              </a:r>
              <a:endParaRPr sz="3000"/>
            </a:p>
            <a:p>
              <a:pPr indent="0" lvl="0" marL="0" marR="0" rtl="0" algn="just">
                <a:lnSpc>
                  <a:spcPct val="131000"/>
                </a:lnSpc>
                <a:spcBef>
                  <a:spcPts val="0"/>
                </a:spcBef>
                <a:spcAft>
                  <a:spcPts val="0"/>
                </a:spcAft>
                <a:buNone/>
              </a:pPr>
              <a:r>
                <a:rPr b="0" i="0" lang="en-US" sz="3000" u="none" cap="none" strike="noStrike">
                  <a:solidFill>
                    <a:srgbClr val="000000"/>
                  </a:solidFill>
                  <a:latin typeface="Arial"/>
                  <a:ea typeface="Arial"/>
                  <a:cs typeface="Arial"/>
                  <a:sym typeface="Arial"/>
                </a:rPr>
                <a:t>(man) Did you see Theresa’s grade on the math exam? It was unbelievable! </a:t>
              </a:r>
              <a:endParaRPr sz="3000"/>
            </a:p>
            <a:p>
              <a:pPr indent="0" lvl="0" marL="0" marR="0" rtl="0" algn="just">
                <a:lnSpc>
                  <a:spcPct val="131000"/>
                </a:lnSpc>
                <a:spcBef>
                  <a:spcPts val="0"/>
                </a:spcBef>
                <a:spcAft>
                  <a:spcPts val="0"/>
                </a:spcAft>
                <a:buNone/>
              </a:pPr>
              <a:r>
                <a:rPr b="0" i="0" lang="en-US" sz="3000" u="none" cap="none" strike="noStrike">
                  <a:solidFill>
                    <a:srgbClr val="000000"/>
                  </a:solidFill>
                  <a:latin typeface="Arial"/>
                  <a:ea typeface="Arial"/>
                  <a:cs typeface="Arial"/>
                  <a:sym typeface="Arial"/>
                </a:rPr>
                <a:t>(woman) No one else could have done better. </a:t>
              </a:r>
              <a:endParaRPr sz="3000"/>
            </a:p>
            <a:p>
              <a:pPr indent="0" lvl="0" marL="0" marR="0" rtl="0" algn="just">
                <a:lnSpc>
                  <a:spcPct val="131000"/>
                </a:lnSpc>
                <a:spcBef>
                  <a:spcPts val="0"/>
                </a:spcBef>
                <a:spcAft>
                  <a:spcPts val="0"/>
                </a:spcAft>
                <a:buNone/>
              </a:pPr>
              <a:r>
                <a:rPr b="0" i="0" lang="en-US" sz="3000" u="none" cap="none" strike="noStrike">
                  <a:solidFill>
                    <a:srgbClr val="000000"/>
                  </a:solidFill>
                  <a:latin typeface="Arial"/>
                  <a:ea typeface="Arial"/>
                  <a:cs typeface="Arial"/>
                  <a:sym typeface="Arial"/>
                </a:rPr>
                <a:t>(narrator) What does the woman mean? </a:t>
              </a:r>
              <a:endParaRPr sz="3000"/>
            </a:p>
            <a:p>
              <a:pPr indent="0" lvl="0" marL="0" marR="0" rtl="0" algn="just">
                <a:lnSpc>
                  <a:spcPct val="50000"/>
                </a:lnSpc>
                <a:spcBef>
                  <a:spcPts val="0"/>
                </a:spcBef>
                <a:spcAft>
                  <a:spcPts val="0"/>
                </a:spcAft>
                <a:buNone/>
              </a:pPr>
              <a:r>
                <a:t/>
              </a:r>
              <a:endParaRPr b="0" i="0" sz="3000" u="none" cap="none" strike="noStrike">
                <a:solidFill>
                  <a:srgbClr val="000000"/>
                </a:solidFill>
                <a:latin typeface="Arial"/>
                <a:ea typeface="Arial"/>
                <a:cs typeface="Arial"/>
                <a:sym typeface="Arial"/>
              </a:endParaRPr>
            </a:p>
            <a:p>
              <a:pPr indent="0" lvl="0" marL="0" marR="0" rtl="0" algn="just">
                <a:lnSpc>
                  <a:spcPct val="131000"/>
                </a:lnSpc>
                <a:spcBef>
                  <a:spcPts val="0"/>
                </a:spcBef>
                <a:spcAft>
                  <a:spcPts val="0"/>
                </a:spcAft>
                <a:buNone/>
              </a:pPr>
              <a:r>
                <a:rPr b="0" i="0" lang="en-US" sz="3000" u="none" cap="none" strike="noStrike">
                  <a:solidFill>
                    <a:srgbClr val="000000"/>
                  </a:solidFill>
                  <a:latin typeface="Arial"/>
                  <a:ea typeface="Arial"/>
                  <a:cs typeface="Arial"/>
                  <a:sym typeface="Arial"/>
                </a:rPr>
                <a:t>(A) Theresa could’ve gotten a higher grade. </a:t>
              </a:r>
              <a:endParaRPr sz="3000"/>
            </a:p>
            <a:p>
              <a:pPr indent="0" lvl="0" marL="0" marR="0" rtl="0" algn="just">
                <a:lnSpc>
                  <a:spcPct val="131000"/>
                </a:lnSpc>
                <a:spcBef>
                  <a:spcPts val="0"/>
                </a:spcBef>
                <a:spcAft>
                  <a:spcPts val="0"/>
                </a:spcAft>
                <a:buNone/>
              </a:pPr>
              <a:r>
                <a:rPr b="0" i="0" lang="en-US" sz="3000" u="none" cap="none" strike="noStrike">
                  <a:solidFill>
                    <a:srgbClr val="000000"/>
                  </a:solidFill>
                  <a:latin typeface="Arial"/>
                  <a:ea typeface="Arial"/>
                  <a:cs typeface="Arial"/>
                  <a:sym typeface="Arial"/>
                </a:rPr>
                <a:t>(B) Anyone could get a good grade. </a:t>
              </a:r>
              <a:endParaRPr sz="3000"/>
            </a:p>
            <a:p>
              <a:pPr indent="0" lvl="0" marL="0" marR="0" rtl="0" algn="just">
                <a:lnSpc>
                  <a:spcPct val="131000"/>
                </a:lnSpc>
                <a:spcBef>
                  <a:spcPts val="0"/>
                </a:spcBef>
                <a:spcAft>
                  <a:spcPts val="0"/>
                </a:spcAft>
                <a:buNone/>
              </a:pPr>
              <a:r>
                <a:rPr b="0" i="0" lang="en-US" sz="3000" u="none" cap="none" strike="noStrike">
                  <a:solidFill>
                    <a:srgbClr val="000000"/>
                  </a:solidFill>
                  <a:latin typeface="Arial"/>
                  <a:ea typeface="Arial"/>
                  <a:cs typeface="Arial"/>
                  <a:sym typeface="Arial"/>
                </a:rPr>
                <a:t>(C) Theresa got the highest grade. </a:t>
              </a:r>
              <a:endParaRPr sz="3000"/>
            </a:p>
            <a:p>
              <a:pPr indent="0" lvl="0" marL="0" marR="0" rtl="0" algn="just">
                <a:lnSpc>
                  <a:spcPct val="131000"/>
                </a:lnSpc>
                <a:spcBef>
                  <a:spcPts val="0"/>
                </a:spcBef>
                <a:spcAft>
                  <a:spcPts val="0"/>
                </a:spcAft>
                <a:buNone/>
              </a:pPr>
              <a:r>
                <a:rPr b="0" i="0" lang="en-US" sz="3000" u="none" cap="none" strike="noStrike">
                  <a:solidFill>
                    <a:srgbClr val="000000"/>
                  </a:solidFill>
                  <a:latin typeface="Arial"/>
                  <a:ea typeface="Arial"/>
                  <a:cs typeface="Arial"/>
                  <a:sym typeface="Arial"/>
                </a:rPr>
                <a:t>(D) A high grade is impossible for anyone.</a:t>
              </a:r>
              <a:endParaRPr sz="3000"/>
            </a:p>
          </p:txBody>
        </p:sp>
        <p:sp>
          <p:nvSpPr>
            <p:cNvPr id="325" name="Google Shape;325;p21"/>
            <p:cNvSpPr txBox="1"/>
            <p:nvPr/>
          </p:nvSpPr>
          <p:spPr>
            <a:xfrm>
              <a:off x="0" y="-687917"/>
              <a:ext cx="1049100" cy="615600"/>
            </a:xfrm>
            <a:prstGeom prst="rect">
              <a:avLst/>
            </a:prstGeom>
            <a:noFill/>
            <a:ln>
              <a:noFill/>
            </a:ln>
          </p:spPr>
          <p:txBody>
            <a:bodyPr anchorCtr="0" anchor="t" bIns="0" lIns="0" spcFirstLastPara="1" rIns="0" wrap="square" tIns="0">
              <a:spAutoFit/>
            </a:bodyPr>
            <a:lstStyle/>
            <a:p>
              <a:pPr indent="0" lvl="0" marL="0" marR="0" rtl="0" algn="just">
                <a:lnSpc>
                  <a:spcPct val="131000"/>
                </a:lnSpc>
                <a:spcBef>
                  <a:spcPts val="0"/>
                </a:spcBef>
                <a:spcAft>
                  <a:spcPts val="0"/>
                </a:spcAft>
                <a:buNone/>
              </a:pPr>
              <a:r>
                <a:rPr b="0" i="0" lang="en-US" sz="3000" u="none" cap="none" strike="noStrike">
                  <a:solidFill>
                    <a:srgbClr val="000000"/>
                  </a:solidFill>
                  <a:latin typeface="Arial"/>
                  <a:ea typeface="Arial"/>
                  <a:cs typeface="Arial"/>
                  <a:sym typeface="Arial"/>
                </a:rPr>
                <a:t>2. </a:t>
              </a:r>
              <a:endParaRPr sz="3000"/>
            </a:p>
          </p:txBody>
        </p:sp>
        <p:sp>
          <p:nvSpPr>
            <p:cNvPr id="326" name="Google Shape;326;p21"/>
            <p:cNvSpPr txBox="1"/>
            <p:nvPr/>
          </p:nvSpPr>
          <p:spPr>
            <a:xfrm>
              <a:off x="0" y="6022788"/>
              <a:ext cx="1049100" cy="615600"/>
            </a:xfrm>
            <a:prstGeom prst="rect">
              <a:avLst/>
            </a:prstGeom>
            <a:noFill/>
            <a:ln>
              <a:noFill/>
            </a:ln>
          </p:spPr>
          <p:txBody>
            <a:bodyPr anchorCtr="0" anchor="t" bIns="0" lIns="0" spcFirstLastPara="1" rIns="0" wrap="square" tIns="0">
              <a:spAutoFit/>
            </a:bodyPr>
            <a:lstStyle/>
            <a:p>
              <a:pPr indent="0" lvl="0" marL="0" marR="0" rtl="0" algn="just">
                <a:lnSpc>
                  <a:spcPct val="131000"/>
                </a:lnSpc>
                <a:spcBef>
                  <a:spcPts val="0"/>
                </a:spcBef>
                <a:spcAft>
                  <a:spcPts val="0"/>
                </a:spcAft>
                <a:buNone/>
              </a:pPr>
              <a:r>
                <a:rPr b="0" i="0" lang="en-US" sz="3000" u="none" cap="none" strike="noStrike">
                  <a:solidFill>
                    <a:srgbClr val="000000"/>
                  </a:solidFill>
                  <a:latin typeface="Arial"/>
                  <a:ea typeface="Arial"/>
                  <a:cs typeface="Arial"/>
                  <a:sym typeface="Arial"/>
                </a:rPr>
                <a:t>3. </a:t>
              </a:r>
              <a:endParaRPr sz="3000"/>
            </a:p>
          </p:txBody>
        </p:sp>
      </p:gr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22"/>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202" r="-2201" t="0"/>
            </a:stretch>
          </a:blipFill>
          <a:ln>
            <a:noFill/>
          </a:ln>
        </p:spPr>
      </p:sp>
      <p:sp>
        <p:nvSpPr>
          <p:cNvPr id="332" name="Google Shape;332;p22"/>
          <p:cNvSpPr txBox="1"/>
          <p:nvPr/>
        </p:nvSpPr>
        <p:spPr>
          <a:xfrm>
            <a:off x="483809" y="1456182"/>
            <a:ext cx="17320500" cy="2428200"/>
          </a:xfrm>
          <a:prstGeom prst="rect">
            <a:avLst/>
          </a:prstGeom>
          <a:noFill/>
          <a:ln>
            <a:noFill/>
          </a:ln>
        </p:spPr>
        <p:txBody>
          <a:bodyPr anchorCtr="0" anchor="t" bIns="0" lIns="0" spcFirstLastPara="1" rIns="0" wrap="square" tIns="0">
            <a:spAutoFit/>
          </a:bodyPr>
          <a:lstStyle/>
          <a:p>
            <a:pPr indent="0" lvl="0" marL="0" marR="0" rtl="0" algn="just">
              <a:lnSpc>
                <a:spcPct val="131000"/>
              </a:lnSpc>
              <a:spcBef>
                <a:spcPts val="0"/>
              </a:spcBef>
              <a:spcAft>
                <a:spcPts val="0"/>
              </a:spcAft>
              <a:buNone/>
            </a:pPr>
            <a:r>
              <a:rPr lang="en-US" sz="3200">
                <a:solidFill>
                  <a:schemeClr val="dk1"/>
                </a:solidFill>
                <a:latin typeface="Calibri"/>
                <a:ea typeface="Calibri"/>
                <a:cs typeface="Calibri"/>
                <a:sym typeface="Calibri"/>
              </a:rPr>
              <a:t>I</a:t>
            </a:r>
            <a:r>
              <a:rPr b="0" i="0" lang="en-US" sz="3200" u="none" cap="none" strike="noStrike">
                <a:solidFill>
                  <a:srgbClr val="000000"/>
                </a:solidFill>
                <a:latin typeface="Arial"/>
                <a:ea typeface="Arial"/>
                <a:cs typeface="Arial"/>
                <a:sym typeface="Arial"/>
              </a:rPr>
              <a:t>n this exercise, listen carefully to each short dialogue and question on the recording, and then choose the best answer to the question.</a:t>
            </a:r>
            <a:r>
              <a:rPr b="0" i="0" lang="en-US" sz="3200" u="none" cap="none" strike="noStrike">
                <a:solidFill>
                  <a:srgbClr val="050056"/>
                </a:solidFill>
                <a:latin typeface="Arial"/>
                <a:ea typeface="Arial"/>
                <a:cs typeface="Arial"/>
                <a:sym typeface="Arial"/>
              </a:rPr>
              <a:t> </a:t>
            </a:r>
            <a:r>
              <a:rPr b="0" i="0" lang="en-US" sz="3200" u="none" cap="none" strike="noStrike">
                <a:solidFill>
                  <a:srgbClr val="FF3131"/>
                </a:solidFill>
                <a:latin typeface="Arial"/>
                <a:ea typeface="Arial"/>
                <a:cs typeface="Arial"/>
                <a:sym typeface="Arial"/>
              </a:rPr>
              <a:t>Toefl exercise 7-10.wav</a:t>
            </a:r>
            <a:r>
              <a:rPr b="0" i="0" lang="en-US" sz="3200" u="none" cap="none" strike="noStrike">
                <a:solidFill>
                  <a:srgbClr val="050056"/>
                </a:solidFill>
                <a:latin typeface="Arial"/>
                <a:ea typeface="Arial"/>
                <a:cs typeface="Arial"/>
                <a:sym typeface="Arial"/>
              </a:rPr>
              <a:t> </a:t>
            </a:r>
            <a:endParaRPr sz="3200"/>
          </a:p>
          <a:p>
            <a:pPr indent="0" lvl="0" marL="0" marR="0" rtl="0" algn="just">
              <a:lnSpc>
                <a:spcPct val="131000"/>
              </a:lnSpc>
              <a:spcBef>
                <a:spcPts val="0"/>
              </a:spcBef>
              <a:spcAft>
                <a:spcPts val="0"/>
              </a:spcAft>
              <a:buNone/>
            </a:pPr>
            <a:r>
              <a:t/>
            </a:r>
            <a:endParaRPr b="0" i="0" sz="3200" u="none" cap="none" strike="noStrike">
              <a:solidFill>
                <a:srgbClr val="050056"/>
              </a:solidFill>
              <a:latin typeface="Arial"/>
              <a:ea typeface="Arial"/>
              <a:cs typeface="Arial"/>
              <a:sym typeface="Arial"/>
            </a:endParaRPr>
          </a:p>
          <a:p>
            <a:pPr indent="0" lvl="0" marL="0" marR="0" rtl="0" algn="just">
              <a:lnSpc>
                <a:spcPct val="131000"/>
              </a:lnSpc>
              <a:spcBef>
                <a:spcPts val="0"/>
              </a:spcBef>
              <a:spcAft>
                <a:spcPts val="0"/>
              </a:spcAft>
              <a:buNone/>
            </a:pPr>
            <a:r>
              <a:rPr b="0" i="0" lang="en-US" sz="3200" u="none" cap="none" strike="noStrike">
                <a:solidFill>
                  <a:srgbClr val="050056"/>
                </a:solidFill>
                <a:latin typeface="Arial"/>
                <a:ea typeface="Arial"/>
                <a:cs typeface="Arial"/>
                <a:sym typeface="Arial"/>
              </a:rPr>
              <a:t>1.</a:t>
            </a:r>
            <a:endParaRPr sz="3200"/>
          </a:p>
        </p:txBody>
      </p:sp>
      <p:grpSp>
        <p:nvGrpSpPr>
          <p:cNvPr id="333" name="Google Shape;333;p22"/>
          <p:cNvGrpSpPr/>
          <p:nvPr/>
        </p:nvGrpSpPr>
        <p:grpSpPr>
          <a:xfrm>
            <a:off x="1812826" y="127971"/>
            <a:ext cx="14662349" cy="1184983"/>
            <a:chOff x="0" y="-161567"/>
            <a:chExt cx="19549799" cy="1579977"/>
          </a:xfrm>
        </p:grpSpPr>
        <p:grpSp>
          <p:nvGrpSpPr>
            <p:cNvPr id="334" name="Google Shape;334;p22"/>
            <p:cNvGrpSpPr/>
            <p:nvPr/>
          </p:nvGrpSpPr>
          <p:grpSpPr>
            <a:xfrm>
              <a:off x="0" y="-161567"/>
              <a:ext cx="19549799" cy="1579977"/>
              <a:chOff x="0" y="-28575"/>
              <a:chExt cx="3457621" cy="279438"/>
            </a:xfrm>
          </p:grpSpPr>
          <p:sp>
            <p:nvSpPr>
              <p:cNvPr id="335" name="Google Shape;335;p22"/>
              <p:cNvSpPr/>
              <p:nvPr/>
            </p:nvSpPr>
            <p:spPr>
              <a:xfrm>
                <a:off x="0" y="0"/>
                <a:ext cx="3457621" cy="250863"/>
              </a:xfrm>
              <a:custGeom>
                <a:rect b="b" l="l" r="r" t="t"/>
                <a:pathLst>
                  <a:path extrusionOk="0" h="250863" w="3457621">
                    <a:moveTo>
                      <a:pt x="0" y="0"/>
                    </a:moveTo>
                    <a:lnTo>
                      <a:pt x="3457621" y="0"/>
                    </a:lnTo>
                    <a:lnTo>
                      <a:pt x="3457621" y="250863"/>
                    </a:lnTo>
                    <a:lnTo>
                      <a:pt x="0" y="250863"/>
                    </a:lnTo>
                    <a:close/>
                  </a:path>
                </a:pathLst>
              </a:custGeom>
              <a:gradFill>
                <a:gsLst>
                  <a:gs pos="0">
                    <a:srgbClr val="0C2756"/>
                  </a:gs>
                  <a:gs pos="50000">
                    <a:srgbClr val="1D629A"/>
                  </a:gs>
                  <a:gs pos="100000">
                    <a:srgbClr val="0C2756"/>
                  </a:gs>
                </a:gsLst>
                <a:lin ang="0" scaled="0"/>
              </a:gradFill>
              <a:ln>
                <a:noFill/>
              </a:ln>
            </p:spPr>
          </p:sp>
          <p:sp>
            <p:nvSpPr>
              <p:cNvPr id="336" name="Google Shape;336;p22"/>
              <p:cNvSpPr txBox="1"/>
              <p:nvPr/>
            </p:nvSpPr>
            <p:spPr>
              <a:xfrm>
                <a:off x="0" y="-28575"/>
                <a:ext cx="3457621" cy="279438"/>
              </a:xfrm>
              <a:prstGeom prst="rect">
                <a:avLst/>
              </a:prstGeom>
              <a:noFill/>
              <a:ln>
                <a:noFill/>
              </a:ln>
            </p:spPr>
            <p:txBody>
              <a:bodyPr anchorCtr="0" anchor="ctr" bIns="50800" lIns="50800" spcFirstLastPara="1" rIns="50800" wrap="square" tIns="50800">
                <a:noAutofit/>
              </a:bodyPr>
              <a:lstStyle/>
              <a:p>
                <a:pPr indent="0" lvl="0" marL="0" marR="0" rtl="0" algn="ctr">
                  <a:lnSpc>
                    <a:spcPct val="1181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37" name="Google Shape;337;p22"/>
            <p:cNvSpPr txBox="1"/>
            <p:nvPr/>
          </p:nvSpPr>
          <p:spPr>
            <a:xfrm>
              <a:off x="1300580" y="441586"/>
              <a:ext cx="16948638" cy="710429"/>
            </a:xfrm>
            <a:prstGeom prst="rect">
              <a:avLst/>
            </a:prstGeom>
            <a:noFill/>
            <a:ln>
              <a:noFill/>
            </a:ln>
          </p:spPr>
          <p:txBody>
            <a:bodyPr anchorCtr="0" anchor="t" bIns="0" lIns="0" spcFirstLastPara="1" rIns="0" wrap="square" tIns="0">
              <a:spAutoFit/>
            </a:bodyPr>
            <a:lstStyle/>
            <a:p>
              <a:pPr indent="0" lvl="0" marL="0" marR="0" rtl="0" algn="ctr">
                <a:lnSpc>
                  <a:spcPct val="104000"/>
                </a:lnSpc>
                <a:spcBef>
                  <a:spcPts val="0"/>
                </a:spcBef>
                <a:spcAft>
                  <a:spcPts val="0"/>
                </a:spcAft>
                <a:buNone/>
              </a:pPr>
              <a:r>
                <a:rPr b="1" i="0" lang="en-US" sz="3350" u="none" cap="none" strike="noStrike">
                  <a:solidFill>
                    <a:srgbClr val="FFFFFF"/>
                  </a:solidFill>
                  <a:latin typeface="Arial"/>
                  <a:ea typeface="Arial"/>
                  <a:cs typeface="Arial"/>
                  <a:sym typeface="Arial"/>
                </a:rPr>
                <a:t>TOEFL EXERCISE (SKILLS 7-10):</a:t>
              </a:r>
              <a:endParaRPr/>
            </a:p>
          </p:txBody>
        </p:sp>
      </p:grpSp>
      <p:sp>
        <p:nvSpPr>
          <p:cNvPr id="338" name="Google Shape;338;p22"/>
          <p:cNvSpPr txBox="1"/>
          <p:nvPr/>
        </p:nvSpPr>
        <p:spPr>
          <a:xfrm>
            <a:off x="900943" y="3392015"/>
            <a:ext cx="17320500" cy="5654700"/>
          </a:xfrm>
          <a:prstGeom prst="rect">
            <a:avLst/>
          </a:prstGeom>
          <a:noFill/>
          <a:ln>
            <a:noFill/>
          </a:ln>
        </p:spPr>
        <p:txBody>
          <a:bodyPr anchorCtr="0" anchor="t" bIns="0" lIns="0" spcFirstLastPara="1" rIns="0" wrap="square" tIns="0">
            <a:spAutoFit/>
          </a:bodyPr>
          <a:lstStyle/>
          <a:p>
            <a:pPr indent="0" lvl="0" marL="0" marR="0" rtl="0" algn="just">
              <a:lnSpc>
                <a:spcPct val="131000"/>
              </a:lnSpc>
              <a:spcBef>
                <a:spcPts val="0"/>
              </a:spcBef>
              <a:spcAft>
                <a:spcPts val="0"/>
              </a:spcAft>
              <a:buNone/>
            </a:pPr>
            <a:r>
              <a:rPr b="0" i="0" lang="en-US" sz="3200" u="none" cap="none" strike="noStrike">
                <a:solidFill>
                  <a:srgbClr val="000000"/>
                </a:solidFill>
                <a:latin typeface="Arial"/>
                <a:ea typeface="Arial"/>
                <a:cs typeface="Arial"/>
                <a:sym typeface="Arial"/>
              </a:rPr>
              <a:t>(A) She can try a little harder. </a:t>
            </a:r>
            <a:endParaRPr sz="3200"/>
          </a:p>
          <a:p>
            <a:pPr indent="0" lvl="0" marL="0" marR="0" rtl="0" algn="just">
              <a:lnSpc>
                <a:spcPct val="131000"/>
              </a:lnSpc>
              <a:spcBef>
                <a:spcPts val="0"/>
              </a:spcBef>
              <a:spcAft>
                <a:spcPts val="0"/>
              </a:spcAft>
              <a:buNone/>
            </a:pPr>
            <a:r>
              <a:rPr b="0" i="0" lang="en-US" sz="3200" u="none" cap="none" strike="noStrike">
                <a:solidFill>
                  <a:srgbClr val="000000"/>
                </a:solidFill>
                <a:latin typeface="Arial"/>
                <a:ea typeface="Arial"/>
                <a:cs typeface="Arial"/>
                <a:sym typeface="Arial"/>
              </a:rPr>
              <a:t>(B) There is a lot more that she can do. </a:t>
            </a:r>
            <a:endParaRPr sz="3200"/>
          </a:p>
          <a:p>
            <a:pPr indent="0" lvl="0" marL="0" marR="0" rtl="0" algn="just">
              <a:lnSpc>
                <a:spcPct val="131000"/>
              </a:lnSpc>
              <a:spcBef>
                <a:spcPts val="0"/>
              </a:spcBef>
              <a:spcAft>
                <a:spcPts val="0"/>
              </a:spcAft>
              <a:buNone/>
            </a:pPr>
            <a:r>
              <a:rPr b="0" i="0" lang="en-US" sz="3200" u="none" cap="none" strike="noStrike">
                <a:solidFill>
                  <a:srgbClr val="000000"/>
                </a:solidFill>
                <a:latin typeface="Arial"/>
                <a:ea typeface="Arial"/>
                <a:cs typeface="Arial"/>
                <a:sym typeface="Arial"/>
              </a:rPr>
              <a:t>(C) She’s doing the best that she can. </a:t>
            </a:r>
            <a:endParaRPr sz="3200"/>
          </a:p>
          <a:p>
            <a:pPr indent="0" lvl="0" marL="0" marR="0" rtl="0" algn="just">
              <a:lnSpc>
                <a:spcPct val="131000"/>
              </a:lnSpc>
              <a:spcBef>
                <a:spcPts val="0"/>
              </a:spcBef>
              <a:spcAft>
                <a:spcPts val="0"/>
              </a:spcAft>
              <a:buNone/>
            </a:pPr>
            <a:r>
              <a:rPr b="0" i="0" lang="en-US" sz="3200" u="none" cap="none" strike="noStrike">
                <a:solidFill>
                  <a:srgbClr val="000000"/>
                </a:solidFill>
                <a:latin typeface="Arial"/>
                <a:ea typeface="Arial"/>
                <a:cs typeface="Arial"/>
                <a:sym typeface="Arial"/>
              </a:rPr>
              <a:t>(D) it is impossible for her to do anything. </a:t>
            </a:r>
            <a:endParaRPr sz="3200"/>
          </a:p>
          <a:p>
            <a:pPr indent="0" lvl="0" marL="0" marR="0" rtl="0" algn="just">
              <a:lnSpc>
                <a:spcPct val="131000"/>
              </a:lnSpc>
              <a:spcBef>
                <a:spcPts val="0"/>
              </a:spcBef>
              <a:spcAft>
                <a:spcPts val="0"/>
              </a:spcAft>
              <a:buNone/>
            </a:pPr>
            <a:r>
              <a:t/>
            </a:r>
            <a:endParaRPr b="0" i="0" sz="3200" u="none" cap="none" strike="noStrike">
              <a:solidFill>
                <a:srgbClr val="000000"/>
              </a:solidFill>
              <a:latin typeface="Arial"/>
              <a:ea typeface="Arial"/>
              <a:cs typeface="Arial"/>
              <a:sym typeface="Arial"/>
            </a:endParaRPr>
          </a:p>
          <a:p>
            <a:pPr indent="0" lvl="0" marL="0" marR="0" rtl="0" algn="just">
              <a:lnSpc>
                <a:spcPct val="131000"/>
              </a:lnSpc>
              <a:spcBef>
                <a:spcPts val="0"/>
              </a:spcBef>
              <a:spcAft>
                <a:spcPts val="0"/>
              </a:spcAft>
              <a:buNone/>
            </a:pPr>
            <a:r>
              <a:rPr b="0" i="0" lang="en-US" sz="3200" u="none" cap="none" strike="noStrike">
                <a:solidFill>
                  <a:srgbClr val="000000"/>
                </a:solidFill>
                <a:latin typeface="Arial"/>
                <a:ea typeface="Arial"/>
                <a:cs typeface="Arial"/>
                <a:sym typeface="Arial"/>
              </a:rPr>
              <a:t>(A) She’s always been late for the bus. </a:t>
            </a:r>
            <a:endParaRPr sz="3200"/>
          </a:p>
          <a:p>
            <a:pPr indent="0" lvl="0" marL="0" marR="0" rtl="0" algn="just">
              <a:lnSpc>
                <a:spcPct val="131000"/>
              </a:lnSpc>
              <a:spcBef>
                <a:spcPts val="0"/>
              </a:spcBef>
              <a:spcAft>
                <a:spcPts val="0"/>
              </a:spcAft>
              <a:buNone/>
            </a:pPr>
            <a:r>
              <a:rPr b="0" i="0" lang="en-US" sz="3200" u="none" cap="none" strike="noStrike">
                <a:solidFill>
                  <a:srgbClr val="000000"/>
                </a:solidFill>
                <a:latin typeface="Arial"/>
                <a:ea typeface="Arial"/>
                <a:cs typeface="Arial"/>
                <a:sym typeface="Arial"/>
              </a:rPr>
              <a:t>(B) The bus has always been late. </a:t>
            </a:r>
            <a:endParaRPr sz="3200"/>
          </a:p>
          <a:p>
            <a:pPr indent="0" lvl="0" marL="0" marR="0" rtl="0" algn="just">
              <a:lnSpc>
                <a:spcPct val="131000"/>
              </a:lnSpc>
              <a:spcBef>
                <a:spcPts val="0"/>
              </a:spcBef>
              <a:spcAft>
                <a:spcPts val="0"/>
              </a:spcAft>
              <a:buNone/>
            </a:pPr>
            <a:r>
              <a:rPr b="0" i="0" lang="en-US" sz="3200" u="none" cap="none" strike="noStrike">
                <a:solidFill>
                  <a:srgbClr val="000000"/>
                </a:solidFill>
                <a:latin typeface="Arial"/>
                <a:ea typeface="Arial"/>
                <a:cs typeface="Arial"/>
                <a:sym typeface="Arial"/>
              </a:rPr>
              <a:t>(C) The bus only left on time once. </a:t>
            </a:r>
            <a:endParaRPr sz="3200"/>
          </a:p>
          <a:p>
            <a:pPr indent="0" lvl="0" marL="0" marR="0" rtl="0" algn="just">
              <a:lnSpc>
                <a:spcPct val="131000"/>
              </a:lnSpc>
              <a:spcBef>
                <a:spcPts val="0"/>
              </a:spcBef>
              <a:spcAft>
                <a:spcPts val="0"/>
              </a:spcAft>
              <a:buNone/>
            </a:pPr>
            <a:r>
              <a:rPr b="0" i="0" lang="en-US" sz="3200" u="none" cap="none" strike="noStrike">
                <a:solidFill>
                  <a:srgbClr val="000000"/>
                </a:solidFill>
                <a:latin typeface="Arial"/>
                <a:ea typeface="Arial"/>
                <a:cs typeface="Arial"/>
                <a:sym typeface="Arial"/>
              </a:rPr>
              <a:t>(D) Only on this trip has the bus been on time. </a:t>
            </a:r>
            <a:endParaRPr sz="3200"/>
          </a:p>
        </p:txBody>
      </p:sp>
      <p:sp>
        <p:nvSpPr>
          <p:cNvPr id="339" name="Google Shape;339;p22"/>
          <p:cNvSpPr txBox="1"/>
          <p:nvPr/>
        </p:nvSpPr>
        <p:spPr>
          <a:xfrm>
            <a:off x="483809" y="6625995"/>
            <a:ext cx="1101600" cy="492600"/>
          </a:xfrm>
          <a:prstGeom prst="rect">
            <a:avLst/>
          </a:prstGeom>
          <a:noFill/>
          <a:ln>
            <a:noFill/>
          </a:ln>
        </p:spPr>
        <p:txBody>
          <a:bodyPr anchorCtr="0" anchor="t" bIns="0" lIns="0" spcFirstLastPara="1" rIns="0" wrap="square" tIns="0">
            <a:spAutoFit/>
          </a:bodyPr>
          <a:lstStyle/>
          <a:p>
            <a:pPr indent="0" lvl="0" marL="0" marR="0" rtl="0" algn="just">
              <a:lnSpc>
                <a:spcPct val="131000"/>
              </a:lnSpc>
              <a:spcBef>
                <a:spcPts val="0"/>
              </a:spcBef>
              <a:spcAft>
                <a:spcPts val="0"/>
              </a:spcAft>
              <a:buNone/>
            </a:pPr>
            <a:r>
              <a:rPr b="0" i="0" lang="en-US" sz="3200" u="none" cap="none" strike="noStrike">
                <a:solidFill>
                  <a:srgbClr val="000000"/>
                </a:solidFill>
                <a:latin typeface="Arial"/>
                <a:ea typeface="Arial"/>
                <a:cs typeface="Arial"/>
                <a:sym typeface="Arial"/>
              </a:rPr>
              <a:t>2.</a:t>
            </a:r>
            <a:endParaRPr sz="32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23"/>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202" r="-2201" t="0"/>
            </a:stretch>
          </a:blipFill>
          <a:ln>
            <a:noFill/>
          </a:ln>
        </p:spPr>
      </p:sp>
      <p:grpSp>
        <p:nvGrpSpPr>
          <p:cNvPr id="345" name="Google Shape;345;p23"/>
          <p:cNvGrpSpPr/>
          <p:nvPr/>
        </p:nvGrpSpPr>
        <p:grpSpPr>
          <a:xfrm>
            <a:off x="962253" y="279704"/>
            <a:ext cx="14814985" cy="9765000"/>
            <a:chOff x="0" y="-123825"/>
            <a:chExt cx="19753313" cy="13020000"/>
          </a:xfrm>
        </p:grpSpPr>
        <p:sp>
          <p:nvSpPr>
            <p:cNvPr id="346" name="Google Shape;346;p23"/>
            <p:cNvSpPr txBox="1"/>
            <p:nvPr/>
          </p:nvSpPr>
          <p:spPr>
            <a:xfrm>
              <a:off x="494813" y="-123825"/>
              <a:ext cx="19258500" cy="13020000"/>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None/>
              </a:pPr>
              <a:r>
                <a:rPr b="0" i="0" lang="en-US" sz="2600" u="none" cap="none" strike="noStrike">
                  <a:solidFill>
                    <a:srgbClr val="000000"/>
                  </a:solidFill>
                  <a:latin typeface="Arial"/>
                  <a:ea typeface="Arial"/>
                  <a:cs typeface="Arial"/>
                  <a:sym typeface="Arial"/>
                </a:rPr>
                <a:t>(A) There wasn’t enough soup to go around. </a:t>
              </a:r>
              <a:endParaRPr sz="2600"/>
            </a:p>
            <a:p>
              <a:pPr indent="0" lvl="0" marL="0" marR="0" rtl="0" algn="just">
                <a:lnSpc>
                  <a:spcPct val="130000"/>
                </a:lnSpc>
                <a:spcBef>
                  <a:spcPts val="0"/>
                </a:spcBef>
                <a:spcAft>
                  <a:spcPts val="0"/>
                </a:spcAft>
                <a:buNone/>
              </a:pPr>
              <a:r>
                <a:rPr b="0" i="0" lang="en-US" sz="2600" u="none" cap="none" strike="noStrike">
                  <a:solidFill>
                    <a:srgbClr val="000000"/>
                  </a:solidFill>
                  <a:latin typeface="Arial"/>
                  <a:ea typeface="Arial"/>
                  <a:cs typeface="Arial"/>
                  <a:sym typeface="Arial"/>
                </a:rPr>
                <a:t>(B) We had so much soup that we couldn’t finish it. </a:t>
              </a:r>
              <a:endParaRPr sz="2600"/>
            </a:p>
            <a:p>
              <a:pPr indent="0" lvl="0" marL="0" marR="0" rtl="0" algn="just">
                <a:lnSpc>
                  <a:spcPct val="130000"/>
                </a:lnSpc>
                <a:spcBef>
                  <a:spcPts val="0"/>
                </a:spcBef>
                <a:spcAft>
                  <a:spcPts val="0"/>
                </a:spcAft>
                <a:buNone/>
              </a:pPr>
              <a:r>
                <a:rPr b="0" i="0" lang="en-US" sz="2600" u="none" cap="none" strike="noStrike">
                  <a:solidFill>
                    <a:srgbClr val="000000"/>
                  </a:solidFill>
                  <a:latin typeface="Arial"/>
                  <a:ea typeface="Arial"/>
                  <a:cs typeface="Arial"/>
                  <a:sym typeface="Arial"/>
                </a:rPr>
                <a:t>(C) Everyone got one serving of soup, but there wasn’t enough for seconds. </a:t>
              </a:r>
              <a:endParaRPr sz="2600"/>
            </a:p>
            <a:p>
              <a:pPr indent="0" lvl="0" marL="0" marR="0" rtl="0" algn="just">
                <a:lnSpc>
                  <a:spcPct val="130000"/>
                </a:lnSpc>
                <a:spcBef>
                  <a:spcPts val="0"/>
                </a:spcBef>
                <a:spcAft>
                  <a:spcPts val="0"/>
                </a:spcAft>
                <a:buNone/>
              </a:pPr>
              <a:r>
                <a:rPr b="0" i="0" lang="en-US" sz="2600" u="none" cap="none" strike="noStrike">
                  <a:solidFill>
                    <a:srgbClr val="000000"/>
                  </a:solidFill>
                  <a:latin typeface="Arial"/>
                  <a:ea typeface="Arial"/>
                  <a:cs typeface="Arial"/>
                  <a:sym typeface="Arial"/>
                </a:rPr>
                <a:t>(D) Everyone around the table had a lot of soup.</a:t>
              </a:r>
              <a:endParaRPr sz="2600"/>
            </a:p>
            <a:p>
              <a:pPr indent="0" lvl="0" marL="0" marR="0" rtl="0" algn="just">
                <a:lnSpc>
                  <a:spcPct val="130000"/>
                </a:lnSpc>
                <a:spcBef>
                  <a:spcPts val="0"/>
                </a:spcBef>
                <a:spcAft>
                  <a:spcPts val="0"/>
                </a:spcAft>
                <a:buNone/>
              </a:pPr>
              <a:r>
                <a:t/>
              </a:r>
              <a:endParaRPr b="0" i="0" sz="2600" u="none" cap="none" strike="noStrike">
                <a:solidFill>
                  <a:srgbClr val="000000"/>
                </a:solidFill>
                <a:latin typeface="Arial"/>
                <a:ea typeface="Arial"/>
                <a:cs typeface="Arial"/>
                <a:sym typeface="Arial"/>
              </a:endParaRPr>
            </a:p>
            <a:p>
              <a:pPr indent="0" lvl="0" marL="0" marR="0" rtl="0" algn="just">
                <a:lnSpc>
                  <a:spcPct val="130000"/>
                </a:lnSpc>
                <a:spcBef>
                  <a:spcPts val="0"/>
                </a:spcBef>
                <a:spcAft>
                  <a:spcPts val="0"/>
                </a:spcAft>
                <a:buNone/>
              </a:pPr>
              <a:r>
                <a:rPr b="0" i="0" lang="en-US" sz="2600" u="none" cap="none" strike="noStrike">
                  <a:solidFill>
                    <a:srgbClr val="000000"/>
                  </a:solidFill>
                  <a:latin typeface="Arial"/>
                  <a:ea typeface="Arial"/>
                  <a:cs typeface="Arial"/>
                  <a:sym typeface="Arial"/>
                </a:rPr>
                <a:t>(A) She does want to see the movie. </a:t>
              </a:r>
              <a:endParaRPr sz="2600"/>
            </a:p>
            <a:p>
              <a:pPr indent="0" lvl="0" marL="0" marR="0" rtl="0" algn="just">
                <a:lnSpc>
                  <a:spcPct val="130000"/>
                </a:lnSpc>
                <a:spcBef>
                  <a:spcPts val="0"/>
                </a:spcBef>
                <a:spcAft>
                  <a:spcPts val="0"/>
                </a:spcAft>
                <a:buNone/>
              </a:pPr>
              <a:r>
                <a:rPr b="0" i="0" lang="en-US" sz="2600" u="none" cap="none" strike="noStrike">
                  <a:solidFill>
                    <a:srgbClr val="000000"/>
                  </a:solidFill>
                  <a:latin typeface="Arial"/>
                  <a:ea typeface="Arial"/>
                  <a:cs typeface="Arial"/>
                  <a:sym typeface="Arial"/>
                </a:rPr>
                <a:t>(B) It’s extremely important to her to go. </a:t>
              </a:r>
              <a:endParaRPr sz="2600"/>
            </a:p>
            <a:p>
              <a:pPr indent="0" lvl="0" marL="0" marR="0" rtl="0" algn="just">
                <a:lnSpc>
                  <a:spcPct val="130000"/>
                </a:lnSpc>
                <a:spcBef>
                  <a:spcPts val="0"/>
                </a:spcBef>
                <a:spcAft>
                  <a:spcPts val="0"/>
                </a:spcAft>
                <a:buNone/>
              </a:pPr>
              <a:r>
                <a:rPr b="0" i="0" lang="en-US" sz="2600" u="none" cap="none" strike="noStrike">
                  <a:solidFill>
                    <a:srgbClr val="000000"/>
                  </a:solidFill>
                  <a:latin typeface="Arial"/>
                  <a:ea typeface="Arial"/>
                  <a:cs typeface="Arial"/>
                  <a:sym typeface="Arial"/>
                </a:rPr>
                <a:t>(C) She doesn’t want to go there anymore. </a:t>
              </a:r>
              <a:endParaRPr sz="2600"/>
            </a:p>
            <a:p>
              <a:pPr indent="0" lvl="0" marL="0" marR="0" rtl="0" algn="just">
                <a:lnSpc>
                  <a:spcPct val="130000"/>
                </a:lnSpc>
                <a:spcBef>
                  <a:spcPts val="0"/>
                </a:spcBef>
                <a:spcAft>
                  <a:spcPts val="0"/>
                </a:spcAft>
                <a:buNone/>
              </a:pPr>
              <a:r>
                <a:rPr b="0" i="0" lang="en-US" sz="2600" u="none" cap="none" strike="noStrike">
                  <a:solidFill>
                    <a:srgbClr val="000000"/>
                  </a:solidFill>
                  <a:latin typeface="Arial"/>
                  <a:ea typeface="Arial"/>
                  <a:cs typeface="Arial"/>
                  <a:sym typeface="Arial"/>
                </a:rPr>
                <a:t>(D) She really couldn’t move there. </a:t>
              </a:r>
              <a:endParaRPr sz="2600"/>
            </a:p>
            <a:p>
              <a:pPr indent="0" lvl="0" marL="0" marR="0" rtl="0" algn="just">
                <a:lnSpc>
                  <a:spcPct val="130000"/>
                </a:lnSpc>
                <a:spcBef>
                  <a:spcPts val="0"/>
                </a:spcBef>
                <a:spcAft>
                  <a:spcPts val="0"/>
                </a:spcAft>
                <a:buNone/>
              </a:pPr>
              <a:r>
                <a:t/>
              </a:r>
              <a:endParaRPr b="0" i="0" sz="2600" u="none" cap="none" strike="noStrike">
                <a:solidFill>
                  <a:srgbClr val="000000"/>
                </a:solidFill>
                <a:latin typeface="Arial"/>
                <a:ea typeface="Arial"/>
                <a:cs typeface="Arial"/>
                <a:sym typeface="Arial"/>
              </a:endParaRPr>
            </a:p>
            <a:p>
              <a:pPr indent="0" lvl="0" marL="0" marR="0" rtl="0" algn="just">
                <a:lnSpc>
                  <a:spcPct val="130000"/>
                </a:lnSpc>
                <a:spcBef>
                  <a:spcPts val="0"/>
                </a:spcBef>
                <a:spcAft>
                  <a:spcPts val="0"/>
                </a:spcAft>
                <a:buNone/>
              </a:pPr>
              <a:r>
                <a:rPr b="0" i="0" lang="en-US" sz="2600" u="none" cap="none" strike="noStrike">
                  <a:solidFill>
                    <a:srgbClr val="000000"/>
                  </a:solidFill>
                  <a:latin typeface="Arial"/>
                  <a:ea typeface="Arial"/>
                  <a:cs typeface="Arial"/>
                  <a:sym typeface="Arial"/>
                </a:rPr>
                <a:t>(A) She handed the paper in on time. </a:t>
              </a:r>
              <a:endParaRPr sz="2600"/>
            </a:p>
            <a:p>
              <a:pPr indent="0" lvl="0" marL="0" marR="0" rtl="0" algn="just">
                <a:lnSpc>
                  <a:spcPct val="130000"/>
                </a:lnSpc>
                <a:spcBef>
                  <a:spcPts val="0"/>
                </a:spcBef>
                <a:spcAft>
                  <a:spcPts val="0"/>
                </a:spcAft>
                <a:buNone/>
              </a:pPr>
              <a:r>
                <a:rPr b="0" i="0" lang="en-US" sz="2600" u="none" cap="none" strike="noStrike">
                  <a:solidFill>
                    <a:srgbClr val="000000"/>
                  </a:solidFill>
                  <a:latin typeface="Arial"/>
                  <a:ea typeface="Arial"/>
                  <a:cs typeface="Arial"/>
                  <a:sym typeface="Arial"/>
                </a:rPr>
                <a:t>(B) She was able to complete the paper, but she didn’t turn it in. </a:t>
              </a:r>
              <a:endParaRPr sz="2600"/>
            </a:p>
            <a:p>
              <a:pPr indent="0" lvl="0" marL="0" marR="0" rtl="0" algn="just">
                <a:lnSpc>
                  <a:spcPct val="130000"/>
                </a:lnSpc>
                <a:spcBef>
                  <a:spcPts val="0"/>
                </a:spcBef>
                <a:spcAft>
                  <a:spcPts val="0"/>
                </a:spcAft>
                <a:buNone/>
              </a:pPr>
              <a:r>
                <a:rPr b="0" i="0" lang="en-US" sz="2600" u="none" cap="none" strike="noStrike">
                  <a:solidFill>
                    <a:srgbClr val="000000"/>
                  </a:solidFill>
                  <a:latin typeface="Arial"/>
                  <a:ea typeface="Arial"/>
                  <a:cs typeface="Arial"/>
                  <a:sym typeface="Arial"/>
                </a:rPr>
                <a:t>(C) The paper was a complete mess, so she didn’t turn it in. </a:t>
              </a:r>
              <a:endParaRPr sz="2600"/>
            </a:p>
            <a:p>
              <a:pPr indent="0" lvl="0" marL="0" marR="0" rtl="0" algn="just">
                <a:lnSpc>
                  <a:spcPct val="130000"/>
                </a:lnSpc>
                <a:spcBef>
                  <a:spcPts val="0"/>
                </a:spcBef>
                <a:spcAft>
                  <a:spcPts val="0"/>
                </a:spcAft>
                <a:buNone/>
              </a:pPr>
              <a:r>
                <a:rPr b="0" i="0" lang="en-US" sz="2600" u="none" cap="none" strike="noStrike">
                  <a:solidFill>
                    <a:srgbClr val="000000"/>
                  </a:solidFill>
                  <a:latin typeface="Arial"/>
                  <a:ea typeface="Arial"/>
                  <a:cs typeface="Arial"/>
                  <a:sym typeface="Arial"/>
                </a:rPr>
                <a:t>(D) The paper was unfinished.</a:t>
              </a:r>
              <a:endParaRPr sz="2600"/>
            </a:p>
            <a:p>
              <a:pPr indent="0" lvl="0" marL="0" marR="0" rtl="0" algn="just">
                <a:lnSpc>
                  <a:spcPct val="130000"/>
                </a:lnSpc>
                <a:spcBef>
                  <a:spcPts val="0"/>
                </a:spcBef>
                <a:spcAft>
                  <a:spcPts val="0"/>
                </a:spcAft>
                <a:buNone/>
              </a:pPr>
              <a:r>
                <a:t/>
              </a:r>
              <a:endParaRPr b="0" i="0" sz="2600" u="none" cap="none" strike="noStrike">
                <a:solidFill>
                  <a:srgbClr val="000000"/>
                </a:solidFill>
                <a:latin typeface="Arial"/>
                <a:ea typeface="Arial"/>
                <a:cs typeface="Arial"/>
                <a:sym typeface="Arial"/>
              </a:endParaRPr>
            </a:p>
            <a:p>
              <a:pPr indent="0" lvl="0" marL="0" marR="0" rtl="0" algn="just">
                <a:lnSpc>
                  <a:spcPct val="130000"/>
                </a:lnSpc>
                <a:spcBef>
                  <a:spcPts val="0"/>
                </a:spcBef>
                <a:spcAft>
                  <a:spcPts val="0"/>
                </a:spcAft>
                <a:buNone/>
              </a:pPr>
              <a:r>
                <a:rPr b="0" i="0" lang="en-US" sz="2600" u="none" cap="none" strike="noStrike">
                  <a:solidFill>
                    <a:srgbClr val="000000"/>
                  </a:solidFill>
                  <a:latin typeface="Arial"/>
                  <a:ea typeface="Arial"/>
                  <a:cs typeface="Arial"/>
                  <a:sym typeface="Arial"/>
                </a:rPr>
                <a:t>(A) Neither Tim nor Sylvia is taking care of Art. </a:t>
              </a:r>
              <a:endParaRPr sz="2600"/>
            </a:p>
            <a:p>
              <a:pPr indent="0" lvl="0" marL="0" marR="0" rtl="0" algn="just">
                <a:lnSpc>
                  <a:spcPct val="130000"/>
                </a:lnSpc>
                <a:spcBef>
                  <a:spcPts val="0"/>
                </a:spcBef>
                <a:spcAft>
                  <a:spcPts val="0"/>
                </a:spcAft>
                <a:buNone/>
              </a:pPr>
              <a:r>
                <a:rPr b="0" i="0" lang="en-US" sz="2600" u="none" cap="none" strike="noStrike">
                  <a:solidFill>
                    <a:srgbClr val="000000"/>
                  </a:solidFill>
                  <a:latin typeface="Arial"/>
                  <a:ea typeface="Arial"/>
                  <a:cs typeface="Arial"/>
                  <a:sym typeface="Arial"/>
                </a:rPr>
                <a:t>(B) Sylvia likes modern art even less than Tim does. </a:t>
              </a:r>
              <a:endParaRPr sz="2600"/>
            </a:p>
            <a:p>
              <a:pPr indent="0" lvl="0" marL="0" marR="0" rtl="0" algn="just">
                <a:lnSpc>
                  <a:spcPct val="130000"/>
                </a:lnSpc>
                <a:spcBef>
                  <a:spcPts val="0"/>
                </a:spcBef>
                <a:spcAft>
                  <a:spcPts val="0"/>
                </a:spcAft>
                <a:buNone/>
              </a:pPr>
              <a:r>
                <a:rPr b="0" i="0" lang="en-US" sz="2600" u="none" cap="none" strike="noStrike">
                  <a:solidFill>
                    <a:srgbClr val="000000"/>
                  </a:solidFill>
                  <a:latin typeface="Arial"/>
                  <a:ea typeface="Arial"/>
                  <a:cs typeface="Arial"/>
                  <a:sym typeface="Arial"/>
                </a:rPr>
                <a:t>(C) Sylvia doesn’t care for anything Tim does. </a:t>
              </a:r>
              <a:endParaRPr sz="2600"/>
            </a:p>
            <a:p>
              <a:pPr indent="0" lvl="0" marL="0" marR="0" rtl="0" algn="just">
                <a:lnSpc>
                  <a:spcPct val="130000"/>
                </a:lnSpc>
                <a:spcBef>
                  <a:spcPts val="0"/>
                </a:spcBef>
                <a:spcAft>
                  <a:spcPts val="0"/>
                </a:spcAft>
                <a:buNone/>
              </a:pPr>
              <a:r>
                <a:rPr b="0" i="0" lang="en-US" sz="2600" u="none" cap="none" strike="noStrike">
                  <a:solidFill>
                    <a:srgbClr val="000000"/>
                  </a:solidFill>
                  <a:latin typeface="Arial"/>
                  <a:ea typeface="Arial"/>
                  <a:cs typeface="Arial"/>
                  <a:sym typeface="Arial"/>
                </a:rPr>
                <a:t>(D) Sylvia and Tim agree in their opinion of modern art.</a:t>
              </a:r>
              <a:endParaRPr sz="2600"/>
            </a:p>
          </p:txBody>
        </p:sp>
        <p:sp>
          <p:nvSpPr>
            <p:cNvPr id="347" name="Google Shape;347;p23"/>
            <p:cNvSpPr txBox="1"/>
            <p:nvPr/>
          </p:nvSpPr>
          <p:spPr>
            <a:xfrm>
              <a:off x="0" y="-111600"/>
              <a:ext cx="618600" cy="533700"/>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None/>
              </a:pPr>
              <a:r>
                <a:rPr b="0" i="0" lang="en-US" sz="2600" u="none" cap="none" strike="noStrike">
                  <a:solidFill>
                    <a:srgbClr val="000000"/>
                  </a:solidFill>
                  <a:latin typeface="Arial"/>
                  <a:ea typeface="Arial"/>
                  <a:cs typeface="Arial"/>
                  <a:sym typeface="Arial"/>
                </a:rPr>
                <a:t>3.</a:t>
              </a:r>
              <a:endParaRPr sz="2600"/>
            </a:p>
          </p:txBody>
        </p:sp>
        <p:sp>
          <p:nvSpPr>
            <p:cNvPr id="348" name="Google Shape;348;p23"/>
            <p:cNvSpPr txBox="1"/>
            <p:nvPr/>
          </p:nvSpPr>
          <p:spPr>
            <a:xfrm>
              <a:off x="0" y="3327418"/>
              <a:ext cx="618600" cy="533700"/>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None/>
              </a:pPr>
              <a:r>
                <a:rPr b="0" i="0" lang="en-US" sz="2600" u="none" cap="none" strike="noStrike">
                  <a:solidFill>
                    <a:srgbClr val="000000"/>
                  </a:solidFill>
                  <a:latin typeface="Arial"/>
                  <a:ea typeface="Arial"/>
                  <a:cs typeface="Arial"/>
                  <a:sym typeface="Arial"/>
                </a:rPr>
                <a:t>4.</a:t>
              </a:r>
              <a:endParaRPr sz="2600"/>
            </a:p>
          </p:txBody>
        </p:sp>
        <p:sp>
          <p:nvSpPr>
            <p:cNvPr id="349" name="Google Shape;349;p23"/>
            <p:cNvSpPr txBox="1"/>
            <p:nvPr/>
          </p:nvSpPr>
          <p:spPr>
            <a:xfrm>
              <a:off x="0" y="6733657"/>
              <a:ext cx="618600" cy="533700"/>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None/>
              </a:pPr>
              <a:r>
                <a:rPr b="0" i="0" lang="en-US" sz="2600" u="none" cap="none" strike="noStrike">
                  <a:solidFill>
                    <a:srgbClr val="000000"/>
                  </a:solidFill>
                  <a:latin typeface="Arial"/>
                  <a:ea typeface="Arial"/>
                  <a:cs typeface="Arial"/>
                  <a:sym typeface="Arial"/>
                </a:rPr>
                <a:t>5.</a:t>
              </a:r>
              <a:endParaRPr sz="2600"/>
            </a:p>
          </p:txBody>
        </p:sp>
        <p:sp>
          <p:nvSpPr>
            <p:cNvPr id="350" name="Google Shape;350;p23"/>
            <p:cNvSpPr txBox="1"/>
            <p:nvPr/>
          </p:nvSpPr>
          <p:spPr>
            <a:xfrm>
              <a:off x="0" y="10209357"/>
              <a:ext cx="1093200" cy="533700"/>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None/>
              </a:pPr>
              <a:r>
                <a:rPr b="0" i="0" lang="en-US" sz="2600" u="none" cap="none" strike="noStrike">
                  <a:solidFill>
                    <a:srgbClr val="000000"/>
                  </a:solidFill>
                  <a:latin typeface="Arial"/>
                  <a:ea typeface="Arial"/>
                  <a:cs typeface="Arial"/>
                  <a:sym typeface="Arial"/>
                </a:rPr>
                <a:t>6.</a:t>
              </a:r>
              <a:endParaRPr sz="2600"/>
            </a:p>
          </p:txBody>
        </p:sp>
      </p:gr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24"/>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202" r="-2201" t="0"/>
            </a:stretch>
          </a:blipFill>
          <a:ln>
            <a:noFill/>
          </a:ln>
        </p:spPr>
      </p:sp>
      <p:grpSp>
        <p:nvGrpSpPr>
          <p:cNvPr id="356" name="Google Shape;356;p24"/>
          <p:cNvGrpSpPr/>
          <p:nvPr/>
        </p:nvGrpSpPr>
        <p:grpSpPr>
          <a:xfrm>
            <a:off x="777382" y="274798"/>
            <a:ext cx="16822214" cy="9765225"/>
            <a:chOff x="0" y="-123825"/>
            <a:chExt cx="22429619" cy="13020300"/>
          </a:xfrm>
        </p:grpSpPr>
        <p:sp>
          <p:nvSpPr>
            <p:cNvPr id="357" name="Google Shape;357;p24"/>
            <p:cNvSpPr txBox="1"/>
            <p:nvPr/>
          </p:nvSpPr>
          <p:spPr>
            <a:xfrm>
              <a:off x="790019" y="-123825"/>
              <a:ext cx="21639600" cy="13020300"/>
            </a:xfrm>
            <a:prstGeom prst="rect">
              <a:avLst/>
            </a:prstGeom>
            <a:noFill/>
            <a:ln>
              <a:noFill/>
            </a:ln>
          </p:spPr>
          <p:txBody>
            <a:bodyPr anchorCtr="0" anchor="t" bIns="0" lIns="0" spcFirstLastPara="1" rIns="0" wrap="square" tIns="0">
              <a:spAutoFit/>
            </a:bodyPr>
            <a:lstStyle/>
            <a:p>
              <a:pPr indent="0" lvl="0" marL="0" marR="0" rtl="0" algn="just">
                <a:lnSpc>
                  <a:spcPct val="130003"/>
                </a:lnSpc>
                <a:spcBef>
                  <a:spcPts val="0"/>
                </a:spcBef>
                <a:spcAft>
                  <a:spcPts val="0"/>
                </a:spcAft>
                <a:buNone/>
              </a:pPr>
              <a:r>
                <a:rPr b="0" i="0" lang="en-US" sz="2600" u="none" cap="none" strike="noStrike">
                  <a:solidFill>
                    <a:srgbClr val="000000"/>
                  </a:solidFill>
                  <a:latin typeface="Arial"/>
                  <a:ea typeface="Arial"/>
                  <a:cs typeface="Arial"/>
                  <a:sym typeface="Arial"/>
                </a:rPr>
                <a:t>(A) They always work hard in the afternoon. </a:t>
              </a:r>
              <a:endParaRPr sz="2600"/>
            </a:p>
            <a:p>
              <a:pPr indent="0" lvl="0" marL="0" marR="0" rtl="0" algn="just">
                <a:lnSpc>
                  <a:spcPct val="130003"/>
                </a:lnSpc>
                <a:spcBef>
                  <a:spcPts val="0"/>
                </a:spcBef>
                <a:spcAft>
                  <a:spcPts val="0"/>
                </a:spcAft>
                <a:buNone/>
              </a:pPr>
              <a:r>
                <a:rPr b="0" i="0" lang="en-US" sz="2600" u="none" cap="none" strike="noStrike">
                  <a:solidFill>
                    <a:srgbClr val="000000"/>
                  </a:solidFill>
                  <a:latin typeface="Arial"/>
                  <a:ea typeface="Arial"/>
                  <a:cs typeface="Arial"/>
                  <a:sym typeface="Arial"/>
                </a:rPr>
                <a:t>(B) They don’t do much after lunch. </a:t>
              </a:r>
              <a:endParaRPr sz="2600"/>
            </a:p>
            <a:p>
              <a:pPr indent="0" lvl="0" marL="0" marR="0" rtl="0" algn="just">
                <a:lnSpc>
                  <a:spcPct val="130003"/>
                </a:lnSpc>
                <a:spcBef>
                  <a:spcPts val="0"/>
                </a:spcBef>
                <a:spcAft>
                  <a:spcPts val="0"/>
                </a:spcAft>
                <a:buNone/>
              </a:pPr>
              <a:r>
                <a:rPr b="0" i="0" lang="en-US" sz="2600" u="none" cap="none" strike="noStrike">
                  <a:solidFill>
                    <a:srgbClr val="000000"/>
                  </a:solidFill>
                  <a:latin typeface="Arial"/>
                  <a:ea typeface="Arial"/>
                  <a:cs typeface="Arial"/>
                  <a:sym typeface="Arial"/>
                </a:rPr>
                <a:t>(C) After noon they never work. </a:t>
              </a:r>
              <a:endParaRPr sz="2600"/>
            </a:p>
            <a:p>
              <a:pPr indent="0" lvl="0" marL="0" marR="0" rtl="0" algn="just">
                <a:lnSpc>
                  <a:spcPct val="130003"/>
                </a:lnSpc>
                <a:spcBef>
                  <a:spcPts val="0"/>
                </a:spcBef>
                <a:spcAft>
                  <a:spcPts val="0"/>
                </a:spcAft>
                <a:buNone/>
              </a:pPr>
              <a:r>
                <a:rPr b="0" i="0" lang="en-US" sz="2600" u="none" cap="none" strike="noStrike">
                  <a:solidFill>
                    <a:srgbClr val="000000"/>
                  </a:solidFill>
                  <a:latin typeface="Arial"/>
                  <a:ea typeface="Arial"/>
                  <a:cs typeface="Arial"/>
                  <a:sym typeface="Arial"/>
                </a:rPr>
                <a:t>(D) It’s never hard for them to work in the afternoon.</a:t>
              </a:r>
              <a:endParaRPr sz="2600"/>
            </a:p>
            <a:p>
              <a:pPr indent="0" lvl="0" marL="0" marR="0" rtl="0" algn="just">
                <a:lnSpc>
                  <a:spcPct val="130003"/>
                </a:lnSpc>
                <a:spcBef>
                  <a:spcPts val="0"/>
                </a:spcBef>
                <a:spcAft>
                  <a:spcPts val="0"/>
                </a:spcAft>
                <a:buNone/>
              </a:pPr>
              <a:r>
                <a:rPr b="0" i="0" lang="en-US" sz="2600" u="none" cap="none" strike="noStrike">
                  <a:solidFill>
                    <a:srgbClr val="000000"/>
                  </a:solidFill>
                  <a:latin typeface="Arial"/>
                  <a:ea typeface="Arial"/>
                  <a:cs typeface="Arial"/>
                  <a:sym typeface="Arial"/>
                </a:rPr>
                <a:t> </a:t>
              </a:r>
              <a:endParaRPr sz="2600"/>
            </a:p>
            <a:p>
              <a:pPr indent="0" lvl="0" marL="0" marR="0" rtl="0" algn="just">
                <a:lnSpc>
                  <a:spcPct val="130003"/>
                </a:lnSpc>
                <a:spcBef>
                  <a:spcPts val="0"/>
                </a:spcBef>
                <a:spcAft>
                  <a:spcPts val="0"/>
                </a:spcAft>
                <a:buNone/>
              </a:pPr>
              <a:r>
                <a:rPr b="0" i="0" lang="en-US" sz="2600" u="none" cap="none" strike="noStrike">
                  <a:solidFill>
                    <a:srgbClr val="000000"/>
                  </a:solidFill>
                  <a:latin typeface="Arial"/>
                  <a:ea typeface="Arial"/>
                  <a:cs typeface="Arial"/>
                  <a:sym typeface="Arial"/>
                </a:rPr>
                <a:t>(A) It’s hard for him to work when it gets warm. </a:t>
              </a:r>
              <a:endParaRPr sz="2600"/>
            </a:p>
            <a:p>
              <a:pPr indent="0" lvl="0" marL="0" marR="0" rtl="0" algn="just">
                <a:lnSpc>
                  <a:spcPct val="130003"/>
                </a:lnSpc>
                <a:spcBef>
                  <a:spcPts val="0"/>
                </a:spcBef>
                <a:spcAft>
                  <a:spcPts val="0"/>
                </a:spcAft>
                <a:buNone/>
              </a:pPr>
              <a:r>
                <a:rPr b="0" i="0" lang="en-US" sz="2600" u="none" cap="none" strike="noStrike">
                  <a:solidFill>
                    <a:srgbClr val="000000"/>
                  </a:solidFill>
                  <a:latin typeface="Arial"/>
                  <a:ea typeface="Arial"/>
                  <a:cs typeface="Arial"/>
                  <a:sym typeface="Arial"/>
                </a:rPr>
                <a:t>(B) Whenever it gets warm, he turns on the air-conditioner. </a:t>
              </a:r>
              <a:endParaRPr sz="2600"/>
            </a:p>
            <a:p>
              <a:pPr indent="0" lvl="0" marL="0" marR="0" rtl="0" algn="just">
                <a:lnSpc>
                  <a:spcPct val="130003"/>
                </a:lnSpc>
                <a:spcBef>
                  <a:spcPts val="0"/>
                </a:spcBef>
                <a:spcAft>
                  <a:spcPts val="0"/>
                </a:spcAft>
                <a:buNone/>
              </a:pPr>
              <a:r>
                <a:rPr b="0" i="0" lang="en-US" sz="2600" u="none" cap="none" strike="noStrike">
                  <a:solidFill>
                    <a:srgbClr val="000000"/>
                  </a:solidFill>
                  <a:latin typeface="Arial"/>
                  <a:ea typeface="Arial"/>
                  <a:cs typeface="Arial"/>
                  <a:sym typeface="Arial"/>
                </a:rPr>
                <a:t>(C) The air-conditioner only works when it isn’t needed. </a:t>
              </a:r>
              <a:endParaRPr sz="2600"/>
            </a:p>
            <a:p>
              <a:pPr indent="0" lvl="0" marL="0" marR="0" rtl="0" algn="just">
                <a:lnSpc>
                  <a:spcPct val="130003"/>
                </a:lnSpc>
                <a:spcBef>
                  <a:spcPts val="0"/>
                </a:spcBef>
                <a:spcAft>
                  <a:spcPts val="0"/>
                </a:spcAft>
                <a:buNone/>
              </a:pPr>
              <a:r>
                <a:rPr b="0" i="0" lang="en-US" sz="2600" u="none" cap="none" strike="noStrike">
                  <a:solidFill>
                    <a:srgbClr val="000000"/>
                  </a:solidFill>
                  <a:latin typeface="Arial"/>
                  <a:ea typeface="Arial"/>
                  <a:cs typeface="Arial"/>
                  <a:sym typeface="Arial"/>
                </a:rPr>
                <a:t>(D) He likes to use the air-conditioner when it is warm.</a:t>
              </a:r>
              <a:endParaRPr sz="2600"/>
            </a:p>
            <a:p>
              <a:pPr indent="0" lvl="0" marL="0" marR="0" rtl="0" algn="just">
                <a:lnSpc>
                  <a:spcPct val="130003"/>
                </a:lnSpc>
                <a:spcBef>
                  <a:spcPts val="0"/>
                </a:spcBef>
                <a:spcAft>
                  <a:spcPts val="0"/>
                </a:spcAft>
                <a:buNone/>
              </a:pPr>
              <a:r>
                <a:t/>
              </a:r>
              <a:endParaRPr b="0" i="0" sz="2600" u="none" cap="none" strike="noStrike">
                <a:solidFill>
                  <a:srgbClr val="000000"/>
                </a:solidFill>
                <a:latin typeface="Arial"/>
                <a:ea typeface="Arial"/>
                <a:cs typeface="Arial"/>
                <a:sym typeface="Arial"/>
              </a:endParaRPr>
            </a:p>
            <a:p>
              <a:pPr indent="0" lvl="0" marL="0" marR="0" rtl="0" algn="just">
                <a:lnSpc>
                  <a:spcPct val="130003"/>
                </a:lnSpc>
                <a:spcBef>
                  <a:spcPts val="0"/>
                </a:spcBef>
                <a:spcAft>
                  <a:spcPts val="0"/>
                </a:spcAft>
                <a:buNone/>
              </a:pPr>
              <a:r>
                <a:rPr b="0" i="0" lang="en-US" sz="2600" u="none" cap="none" strike="noStrike">
                  <a:solidFill>
                    <a:srgbClr val="000000"/>
                  </a:solidFill>
                  <a:latin typeface="Arial"/>
                  <a:ea typeface="Arial"/>
                  <a:cs typeface="Arial"/>
                  <a:sym typeface="Arial"/>
                </a:rPr>
                <a:t>(A) He did really poorly. </a:t>
              </a:r>
              <a:endParaRPr sz="2600"/>
            </a:p>
            <a:p>
              <a:pPr indent="0" lvl="0" marL="0" marR="0" rtl="0" algn="just">
                <a:lnSpc>
                  <a:spcPct val="130003"/>
                </a:lnSpc>
                <a:spcBef>
                  <a:spcPts val="0"/>
                </a:spcBef>
                <a:spcAft>
                  <a:spcPts val="0"/>
                </a:spcAft>
                <a:buNone/>
              </a:pPr>
              <a:r>
                <a:rPr b="0" i="0" lang="en-US" sz="2600" u="none" cap="none" strike="noStrike">
                  <a:solidFill>
                    <a:srgbClr val="000000"/>
                  </a:solidFill>
                  <a:latin typeface="Arial"/>
                  <a:ea typeface="Arial"/>
                  <a:cs typeface="Arial"/>
                  <a:sym typeface="Arial"/>
                </a:rPr>
                <a:t>(B) He’s felt worse before. </a:t>
              </a:r>
              <a:endParaRPr sz="2600"/>
            </a:p>
            <a:p>
              <a:pPr indent="0" lvl="0" marL="0" marR="0" rtl="0" algn="just">
                <a:lnSpc>
                  <a:spcPct val="130003"/>
                </a:lnSpc>
                <a:spcBef>
                  <a:spcPts val="0"/>
                </a:spcBef>
                <a:spcAft>
                  <a:spcPts val="0"/>
                </a:spcAft>
                <a:buNone/>
              </a:pPr>
              <a:r>
                <a:rPr b="0" i="0" lang="en-US" sz="2600" u="none" cap="none" strike="noStrike">
                  <a:solidFill>
                    <a:srgbClr val="000000"/>
                  </a:solidFill>
                  <a:latin typeface="Arial"/>
                  <a:ea typeface="Arial"/>
                  <a:cs typeface="Arial"/>
                  <a:sym typeface="Arial"/>
                </a:rPr>
                <a:t>(C) The results could not have been better. </a:t>
              </a:r>
              <a:endParaRPr sz="2600"/>
            </a:p>
            <a:p>
              <a:pPr indent="0" lvl="0" marL="0" marR="0" rtl="0" algn="just">
                <a:lnSpc>
                  <a:spcPct val="130003"/>
                </a:lnSpc>
                <a:spcBef>
                  <a:spcPts val="0"/>
                </a:spcBef>
                <a:spcAft>
                  <a:spcPts val="0"/>
                </a:spcAft>
                <a:buNone/>
              </a:pPr>
              <a:r>
                <a:rPr b="0" i="0" lang="en-US" sz="2600" u="none" cap="none" strike="noStrike">
                  <a:solidFill>
                    <a:srgbClr val="000000"/>
                  </a:solidFill>
                  <a:latin typeface="Arial"/>
                  <a:ea typeface="Arial"/>
                  <a:cs typeface="Arial"/>
                  <a:sym typeface="Arial"/>
                </a:rPr>
                <a:t>(D) He’s not too unhappy with the results. </a:t>
              </a:r>
              <a:endParaRPr sz="2600"/>
            </a:p>
            <a:p>
              <a:pPr indent="0" lvl="0" marL="0" marR="0" rtl="0" algn="just">
                <a:lnSpc>
                  <a:spcPct val="130003"/>
                </a:lnSpc>
                <a:spcBef>
                  <a:spcPts val="0"/>
                </a:spcBef>
                <a:spcAft>
                  <a:spcPts val="0"/>
                </a:spcAft>
                <a:buNone/>
              </a:pPr>
              <a:r>
                <a:t/>
              </a:r>
              <a:endParaRPr b="0" i="0" sz="2600" u="none" cap="none" strike="noStrike">
                <a:solidFill>
                  <a:srgbClr val="000000"/>
                </a:solidFill>
                <a:latin typeface="Arial"/>
                <a:ea typeface="Arial"/>
                <a:cs typeface="Arial"/>
                <a:sym typeface="Arial"/>
              </a:endParaRPr>
            </a:p>
            <a:p>
              <a:pPr indent="0" lvl="0" marL="0" marR="0" rtl="0" algn="just">
                <a:lnSpc>
                  <a:spcPct val="130003"/>
                </a:lnSpc>
                <a:spcBef>
                  <a:spcPts val="0"/>
                </a:spcBef>
                <a:spcAft>
                  <a:spcPts val="0"/>
                </a:spcAft>
                <a:buNone/>
              </a:pPr>
              <a:r>
                <a:rPr b="0" i="0" lang="en-US" sz="2600" u="none" cap="none" strike="noStrike">
                  <a:solidFill>
                    <a:srgbClr val="000000"/>
                  </a:solidFill>
                  <a:latin typeface="Arial"/>
                  <a:ea typeface="Arial"/>
                  <a:cs typeface="Arial"/>
                  <a:sym typeface="Arial"/>
                </a:rPr>
                <a:t>(A) With so many members present, the committee couldn’t reach a decision. </a:t>
              </a:r>
              <a:endParaRPr sz="2600"/>
            </a:p>
            <a:p>
              <a:pPr indent="0" lvl="0" marL="0" marR="0" rtl="0" algn="just">
                <a:lnSpc>
                  <a:spcPct val="130003"/>
                </a:lnSpc>
                <a:spcBef>
                  <a:spcPts val="0"/>
                </a:spcBef>
                <a:spcAft>
                  <a:spcPts val="0"/>
                </a:spcAft>
                <a:buNone/>
              </a:pPr>
              <a:r>
                <a:rPr b="0" i="0" lang="en-US" sz="2600" u="none" cap="none" strike="noStrike">
                  <a:solidFill>
                    <a:srgbClr val="000000"/>
                  </a:solidFill>
                  <a:latin typeface="Arial"/>
                  <a:ea typeface="Arial"/>
                  <a:cs typeface="Arial"/>
                  <a:sym typeface="Arial"/>
                </a:rPr>
                <a:t>(B) The committee should’ve waited until more members were present. </a:t>
              </a:r>
              <a:endParaRPr sz="2600"/>
            </a:p>
            <a:p>
              <a:pPr indent="0" lvl="0" marL="0" marR="0" rtl="0" algn="just">
                <a:lnSpc>
                  <a:spcPct val="130003"/>
                </a:lnSpc>
                <a:spcBef>
                  <a:spcPts val="0"/>
                </a:spcBef>
                <a:spcAft>
                  <a:spcPts val="0"/>
                </a:spcAft>
                <a:buNone/>
              </a:pPr>
              <a:r>
                <a:rPr b="0" i="0" lang="en-US" sz="2600" u="none" cap="none" strike="noStrike">
                  <a:solidFill>
                    <a:srgbClr val="000000"/>
                  </a:solidFill>
                  <a:latin typeface="Arial"/>
                  <a:ea typeface="Arial"/>
                  <a:cs typeface="Arial"/>
                  <a:sym typeface="Arial"/>
                </a:rPr>
                <a:t>(C) The issue shouldn’t have been decided by all the committed members. </a:t>
              </a:r>
              <a:endParaRPr sz="2600"/>
            </a:p>
            <a:p>
              <a:pPr indent="0" lvl="0" marL="0" marR="0" rtl="0" algn="just">
                <a:lnSpc>
                  <a:spcPct val="130003"/>
                </a:lnSpc>
                <a:spcBef>
                  <a:spcPts val="0"/>
                </a:spcBef>
                <a:spcAft>
                  <a:spcPts val="0"/>
                </a:spcAft>
                <a:buNone/>
              </a:pPr>
              <a:r>
                <a:rPr b="0" i="0" lang="en-US" sz="2600" u="none" cap="none" strike="noStrike">
                  <a:solidFill>
                    <a:srgbClr val="000000"/>
                  </a:solidFill>
                  <a:latin typeface="Arial"/>
                  <a:ea typeface="Arial"/>
                  <a:cs typeface="Arial"/>
                  <a:sym typeface="Arial"/>
                </a:rPr>
                <a:t>(D) The issue wasn’t decided because so many members were absent</a:t>
              </a:r>
              <a:endParaRPr sz="2600"/>
            </a:p>
          </p:txBody>
        </p:sp>
        <p:sp>
          <p:nvSpPr>
            <p:cNvPr id="358" name="Google Shape;358;p24"/>
            <p:cNvSpPr txBox="1"/>
            <p:nvPr/>
          </p:nvSpPr>
          <p:spPr>
            <a:xfrm>
              <a:off x="237510" y="-111588"/>
              <a:ext cx="619500" cy="533700"/>
            </a:xfrm>
            <a:prstGeom prst="rect">
              <a:avLst/>
            </a:prstGeom>
            <a:noFill/>
            <a:ln>
              <a:noFill/>
            </a:ln>
          </p:spPr>
          <p:txBody>
            <a:bodyPr anchorCtr="0" anchor="t" bIns="0" lIns="0" spcFirstLastPara="1" rIns="0" wrap="square" tIns="0">
              <a:spAutoFit/>
            </a:bodyPr>
            <a:lstStyle/>
            <a:p>
              <a:pPr indent="0" lvl="0" marL="0" marR="0" rtl="0" algn="just">
                <a:lnSpc>
                  <a:spcPct val="130003"/>
                </a:lnSpc>
                <a:spcBef>
                  <a:spcPts val="0"/>
                </a:spcBef>
                <a:spcAft>
                  <a:spcPts val="0"/>
                </a:spcAft>
                <a:buNone/>
              </a:pPr>
              <a:r>
                <a:rPr b="0" i="0" lang="en-US" sz="2600" u="none" cap="none" strike="noStrike">
                  <a:solidFill>
                    <a:srgbClr val="000000"/>
                  </a:solidFill>
                  <a:latin typeface="Arial"/>
                  <a:ea typeface="Arial"/>
                  <a:cs typeface="Arial"/>
                  <a:sym typeface="Arial"/>
                </a:rPr>
                <a:t>7.</a:t>
              </a:r>
              <a:endParaRPr sz="2600"/>
            </a:p>
          </p:txBody>
        </p:sp>
        <p:sp>
          <p:nvSpPr>
            <p:cNvPr id="359" name="Google Shape;359;p24"/>
            <p:cNvSpPr txBox="1"/>
            <p:nvPr/>
          </p:nvSpPr>
          <p:spPr>
            <a:xfrm>
              <a:off x="237510" y="3294856"/>
              <a:ext cx="619500" cy="533700"/>
            </a:xfrm>
            <a:prstGeom prst="rect">
              <a:avLst/>
            </a:prstGeom>
            <a:noFill/>
            <a:ln>
              <a:noFill/>
            </a:ln>
          </p:spPr>
          <p:txBody>
            <a:bodyPr anchorCtr="0" anchor="t" bIns="0" lIns="0" spcFirstLastPara="1" rIns="0" wrap="square" tIns="0">
              <a:spAutoFit/>
            </a:bodyPr>
            <a:lstStyle/>
            <a:p>
              <a:pPr indent="0" lvl="0" marL="0" marR="0" rtl="0" algn="just">
                <a:lnSpc>
                  <a:spcPct val="130003"/>
                </a:lnSpc>
                <a:spcBef>
                  <a:spcPts val="0"/>
                </a:spcBef>
                <a:spcAft>
                  <a:spcPts val="0"/>
                </a:spcAft>
                <a:buNone/>
              </a:pPr>
              <a:r>
                <a:rPr b="0" i="0" lang="en-US" sz="2600" u="none" cap="none" strike="noStrike">
                  <a:solidFill>
                    <a:srgbClr val="000000"/>
                  </a:solidFill>
                  <a:latin typeface="Arial"/>
                  <a:ea typeface="Arial"/>
                  <a:cs typeface="Arial"/>
                  <a:sym typeface="Arial"/>
                </a:rPr>
                <a:t>8. </a:t>
              </a:r>
              <a:endParaRPr sz="2600"/>
            </a:p>
          </p:txBody>
        </p:sp>
        <p:sp>
          <p:nvSpPr>
            <p:cNvPr id="360" name="Google Shape;360;p24"/>
            <p:cNvSpPr txBox="1"/>
            <p:nvPr/>
          </p:nvSpPr>
          <p:spPr>
            <a:xfrm>
              <a:off x="237510" y="6710247"/>
              <a:ext cx="619500" cy="533700"/>
            </a:xfrm>
            <a:prstGeom prst="rect">
              <a:avLst/>
            </a:prstGeom>
            <a:noFill/>
            <a:ln>
              <a:noFill/>
            </a:ln>
          </p:spPr>
          <p:txBody>
            <a:bodyPr anchorCtr="0" anchor="t" bIns="0" lIns="0" spcFirstLastPara="1" rIns="0" wrap="square" tIns="0">
              <a:spAutoFit/>
            </a:bodyPr>
            <a:lstStyle/>
            <a:p>
              <a:pPr indent="0" lvl="0" marL="0" marR="0" rtl="0" algn="just">
                <a:lnSpc>
                  <a:spcPct val="130003"/>
                </a:lnSpc>
                <a:spcBef>
                  <a:spcPts val="0"/>
                </a:spcBef>
                <a:spcAft>
                  <a:spcPts val="0"/>
                </a:spcAft>
                <a:buNone/>
              </a:pPr>
              <a:r>
                <a:rPr b="0" i="0" lang="en-US" sz="2600" u="none" cap="none" strike="noStrike">
                  <a:solidFill>
                    <a:srgbClr val="000000"/>
                  </a:solidFill>
                  <a:latin typeface="Arial"/>
                  <a:ea typeface="Arial"/>
                  <a:cs typeface="Arial"/>
                  <a:sym typeface="Arial"/>
                </a:rPr>
                <a:t>9.</a:t>
              </a:r>
              <a:endParaRPr sz="2600"/>
            </a:p>
          </p:txBody>
        </p:sp>
        <p:sp>
          <p:nvSpPr>
            <p:cNvPr id="361" name="Google Shape;361;p24"/>
            <p:cNvSpPr txBox="1"/>
            <p:nvPr/>
          </p:nvSpPr>
          <p:spPr>
            <a:xfrm>
              <a:off x="0" y="10172449"/>
              <a:ext cx="1094400" cy="533700"/>
            </a:xfrm>
            <a:prstGeom prst="rect">
              <a:avLst/>
            </a:prstGeom>
            <a:noFill/>
            <a:ln>
              <a:noFill/>
            </a:ln>
          </p:spPr>
          <p:txBody>
            <a:bodyPr anchorCtr="0" anchor="t" bIns="0" lIns="0" spcFirstLastPara="1" rIns="0" wrap="square" tIns="0">
              <a:spAutoFit/>
            </a:bodyPr>
            <a:lstStyle/>
            <a:p>
              <a:pPr indent="0" lvl="0" marL="0" marR="0" rtl="0" algn="just">
                <a:lnSpc>
                  <a:spcPct val="130003"/>
                </a:lnSpc>
                <a:spcBef>
                  <a:spcPts val="0"/>
                </a:spcBef>
                <a:spcAft>
                  <a:spcPts val="0"/>
                </a:spcAft>
                <a:buNone/>
              </a:pPr>
              <a:r>
                <a:rPr b="0" i="0" lang="en-US" sz="2600" u="none" cap="none" strike="noStrike">
                  <a:solidFill>
                    <a:srgbClr val="000000"/>
                  </a:solidFill>
                  <a:latin typeface="Arial"/>
                  <a:ea typeface="Arial"/>
                  <a:cs typeface="Arial"/>
                  <a:sym typeface="Arial"/>
                </a:rPr>
                <a:t>10.</a:t>
              </a:r>
              <a:endParaRPr sz="2600"/>
            </a:p>
          </p:txBody>
        </p:sp>
      </p:gr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25"/>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202" r="-2201" t="0"/>
            </a:stretch>
          </a:blipFill>
          <a:ln>
            <a:noFill/>
          </a:ln>
        </p:spPr>
      </p:sp>
      <p:grpSp>
        <p:nvGrpSpPr>
          <p:cNvPr id="367" name="Google Shape;367;p25"/>
          <p:cNvGrpSpPr/>
          <p:nvPr/>
        </p:nvGrpSpPr>
        <p:grpSpPr>
          <a:xfrm>
            <a:off x="-514350" y="-485395"/>
            <a:ext cx="18802350" cy="12756415"/>
            <a:chOff x="0" y="-28575"/>
            <a:chExt cx="4952059" cy="3359714"/>
          </a:xfrm>
        </p:grpSpPr>
        <p:sp>
          <p:nvSpPr>
            <p:cNvPr id="368" name="Google Shape;368;p25"/>
            <p:cNvSpPr/>
            <p:nvPr/>
          </p:nvSpPr>
          <p:spPr>
            <a:xfrm>
              <a:off x="0" y="0"/>
              <a:ext cx="4952059" cy="3331139"/>
            </a:xfrm>
            <a:custGeom>
              <a:rect b="b" l="l" r="r" t="t"/>
              <a:pathLst>
                <a:path extrusionOk="0" h="3331139" w="4952059">
                  <a:moveTo>
                    <a:pt x="0" y="0"/>
                  </a:moveTo>
                  <a:lnTo>
                    <a:pt x="4952059" y="0"/>
                  </a:lnTo>
                  <a:lnTo>
                    <a:pt x="4952059" y="3331139"/>
                  </a:lnTo>
                  <a:lnTo>
                    <a:pt x="0" y="3331139"/>
                  </a:lnTo>
                  <a:close/>
                </a:path>
              </a:pathLst>
            </a:custGeom>
            <a:gradFill>
              <a:gsLst>
                <a:gs pos="0">
                  <a:srgbClr val="0C2756"/>
                </a:gs>
                <a:gs pos="100000">
                  <a:srgbClr val="679DCA"/>
                </a:gs>
              </a:gsLst>
              <a:lin ang="5400000" scaled="0"/>
            </a:gradFill>
            <a:ln>
              <a:noFill/>
            </a:ln>
          </p:spPr>
        </p:sp>
        <p:sp>
          <p:nvSpPr>
            <p:cNvPr id="369" name="Google Shape;369;p25"/>
            <p:cNvSpPr txBox="1"/>
            <p:nvPr/>
          </p:nvSpPr>
          <p:spPr>
            <a:xfrm>
              <a:off x="0" y="-28575"/>
              <a:ext cx="4952059" cy="3359714"/>
            </a:xfrm>
            <a:prstGeom prst="rect">
              <a:avLst/>
            </a:prstGeom>
            <a:noFill/>
            <a:ln>
              <a:noFill/>
            </a:ln>
          </p:spPr>
          <p:txBody>
            <a:bodyPr anchorCtr="0" anchor="ctr" bIns="50800" lIns="50800" spcFirstLastPara="1" rIns="50800" wrap="square" tIns="50800">
              <a:noAutofit/>
            </a:bodyPr>
            <a:lstStyle/>
            <a:p>
              <a:pPr indent="0" lvl="0" marL="0" marR="0" rtl="0" algn="ctr">
                <a:lnSpc>
                  <a:spcPct val="1181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70" name="Google Shape;370;p25"/>
          <p:cNvSpPr/>
          <p:nvPr/>
        </p:nvSpPr>
        <p:spPr>
          <a:xfrm>
            <a:off x="4551727" y="3048408"/>
            <a:ext cx="9184546" cy="4190185"/>
          </a:xfrm>
          <a:custGeom>
            <a:rect b="b" l="l" r="r" t="t"/>
            <a:pathLst>
              <a:path extrusionOk="0" h="4190185" w="9184546">
                <a:moveTo>
                  <a:pt x="0" y="0"/>
                </a:moveTo>
                <a:lnTo>
                  <a:pt x="9184546" y="0"/>
                </a:lnTo>
                <a:lnTo>
                  <a:pt x="9184546" y="4190184"/>
                </a:lnTo>
                <a:lnTo>
                  <a:pt x="0" y="4190184"/>
                </a:lnTo>
                <a:lnTo>
                  <a:pt x="0" y="0"/>
                </a:lnTo>
                <a:close/>
              </a:path>
            </a:pathLst>
          </a:custGeom>
          <a:blipFill rotWithShape="1">
            <a:blip r:embed="rId4">
              <a:alphaModFix/>
            </a:blip>
            <a:stretch>
              <a:fillRect b="0" l="0" r="0" t="0"/>
            </a:stretch>
          </a:blipFill>
          <a:ln>
            <a:noFill/>
          </a:ln>
        </p:spPr>
      </p:sp>
      <p:sp>
        <p:nvSpPr>
          <p:cNvPr id="371" name="Google Shape;371;p25"/>
          <p:cNvSpPr txBox="1"/>
          <p:nvPr/>
        </p:nvSpPr>
        <p:spPr>
          <a:xfrm>
            <a:off x="4843117" y="4514977"/>
            <a:ext cx="8601766" cy="1409445"/>
          </a:xfrm>
          <a:prstGeom prst="rect">
            <a:avLst/>
          </a:prstGeom>
          <a:noFill/>
          <a:ln>
            <a:noFill/>
          </a:ln>
        </p:spPr>
        <p:txBody>
          <a:bodyPr anchorCtr="0" anchor="t" bIns="0" lIns="0" spcFirstLastPara="1" rIns="0" wrap="square" tIns="0">
            <a:spAutoFit/>
          </a:bodyPr>
          <a:lstStyle/>
          <a:p>
            <a:pPr indent="0" lvl="0" marL="0" marR="0" rtl="0" algn="ctr">
              <a:lnSpc>
                <a:spcPct val="104000"/>
              </a:lnSpc>
              <a:spcBef>
                <a:spcPts val="0"/>
              </a:spcBef>
              <a:spcAft>
                <a:spcPts val="0"/>
              </a:spcAft>
              <a:buNone/>
            </a:pPr>
            <a:r>
              <a:rPr b="0" i="0" lang="en-US" sz="10299" u="none" cap="none" strike="noStrike">
                <a:solidFill>
                  <a:srgbClr val="FFFFFF"/>
                </a:solidFill>
                <a:latin typeface="Anton"/>
                <a:ea typeface="Anton"/>
                <a:cs typeface="Anton"/>
                <a:sym typeface="Anton"/>
              </a:rPr>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